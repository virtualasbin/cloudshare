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EF30AA-236C-424E-B748-129A98641BC8}" v="26" dt="2026-02-09T12:06:45.836"/>
    <p1510:client id="{9FA33D00-19D0-E1AE-2ABD-B0BD152F92E0}" v="28" dt="2026-02-09T12:50:11.4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B2D795-2011-4F03-9E57-38061E1F2223}" type="doc">
      <dgm:prSet loTypeId="urn:microsoft.com/office/officeart/2005/8/layout/vProcess5" loCatId="process" qsTypeId="urn:microsoft.com/office/officeart/2005/8/quickstyle/simple4" qsCatId="simple" csTypeId="urn:microsoft.com/office/officeart/2005/8/colors/colorful1" csCatId="colorful"/>
      <dgm:spPr/>
      <dgm:t>
        <a:bodyPr/>
        <a:lstStyle/>
        <a:p>
          <a:endParaRPr lang="en-US"/>
        </a:p>
      </dgm:t>
    </dgm:pt>
    <dgm:pt modelId="{F4E0BA5B-7472-462C-A53C-3528CDF6D204}">
      <dgm:prSet/>
      <dgm:spPr/>
      <dgm:t>
        <a:bodyPr/>
        <a:lstStyle/>
        <a:p>
          <a:r>
            <a:rPr lang="en-GB" b="1"/>
            <a:t>Traditional apps struggle with traffic spikes, storage limits, and single points of failure.</a:t>
          </a:r>
          <a:endParaRPr lang="en-US"/>
        </a:p>
      </dgm:t>
    </dgm:pt>
    <dgm:pt modelId="{177DDD64-78A6-41F5-BBDA-760D1F1B03F3}" type="parTrans" cxnId="{DD128CB1-D2EB-4684-8FBC-19CB66A04E48}">
      <dgm:prSet/>
      <dgm:spPr/>
      <dgm:t>
        <a:bodyPr/>
        <a:lstStyle/>
        <a:p>
          <a:endParaRPr lang="en-US"/>
        </a:p>
      </dgm:t>
    </dgm:pt>
    <dgm:pt modelId="{209FF20E-63A5-4DF6-986B-BC67E8957C28}" type="sibTrans" cxnId="{DD128CB1-D2EB-4684-8FBC-19CB66A04E48}">
      <dgm:prSet/>
      <dgm:spPr/>
      <dgm:t>
        <a:bodyPr/>
        <a:lstStyle/>
        <a:p>
          <a:endParaRPr lang="en-US"/>
        </a:p>
      </dgm:t>
    </dgm:pt>
    <dgm:pt modelId="{19C9454B-E350-4B76-9CE6-061A1C53E98A}">
      <dgm:prSet/>
      <dgm:spPr/>
      <dgm:t>
        <a:bodyPr/>
        <a:lstStyle/>
        <a:p>
          <a:r>
            <a:rPr lang="en-GB" b="1"/>
            <a:t>Cloud-native design solves these: auto-scaling, pay-as-you-go, high availability, managed services.</a:t>
          </a:r>
          <a:endParaRPr lang="en-US"/>
        </a:p>
      </dgm:t>
    </dgm:pt>
    <dgm:pt modelId="{C2F580F4-BAC4-4A7A-9515-DA52D0C3CF3F}" type="parTrans" cxnId="{E67330BC-1C03-48F7-B457-2FF9DFB4C0EC}">
      <dgm:prSet/>
      <dgm:spPr/>
      <dgm:t>
        <a:bodyPr/>
        <a:lstStyle/>
        <a:p>
          <a:endParaRPr lang="en-US"/>
        </a:p>
      </dgm:t>
    </dgm:pt>
    <dgm:pt modelId="{3C000B40-B60E-4032-8804-646FC44FEB46}" type="sibTrans" cxnId="{E67330BC-1C03-48F7-B457-2FF9DFB4C0EC}">
      <dgm:prSet/>
      <dgm:spPr/>
      <dgm:t>
        <a:bodyPr/>
        <a:lstStyle/>
        <a:p>
          <a:endParaRPr lang="en-US"/>
        </a:p>
      </dgm:t>
    </dgm:pt>
    <dgm:pt modelId="{5DC3D195-6239-495A-9B3E-D1877628293D}" type="pres">
      <dgm:prSet presAssocID="{FEB2D795-2011-4F03-9E57-38061E1F2223}" presName="outerComposite" presStyleCnt="0">
        <dgm:presLayoutVars>
          <dgm:chMax val="5"/>
          <dgm:dir/>
          <dgm:resizeHandles val="exact"/>
        </dgm:presLayoutVars>
      </dgm:prSet>
      <dgm:spPr/>
    </dgm:pt>
    <dgm:pt modelId="{D758612A-01D7-4935-B612-65AAC9E717B3}" type="pres">
      <dgm:prSet presAssocID="{FEB2D795-2011-4F03-9E57-38061E1F2223}" presName="dummyMaxCanvas" presStyleCnt="0">
        <dgm:presLayoutVars/>
      </dgm:prSet>
      <dgm:spPr/>
    </dgm:pt>
    <dgm:pt modelId="{D322D34C-78E4-47DD-A1BC-B8FA196F7E0A}" type="pres">
      <dgm:prSet presAssocID="{FEB2D795-2011-4F03-9E57-38061E1F2223}" presName="TwoNodes_1" presStyleLbl="node1" presStyleIdx="0" presStyleCnt="2">
        <dgm:presLayoutVars>
          <dgm:bulletEnabled val="1"/>
        </dgm:presLayoutVars>
      </dgm:prSet>
      <dgm:spPr/>
    </dgm:pt>
    <dgm:pt modelId="{6DD2C7FD-7CF6-4E5B-9C4E-DAA4CC8716D7}" type="pres">
      <dgm:prSet presAssocID="{FEB2D795-2011-4F03-9E57-38061E1F2223}" presName="TwoNodes_2" presStyleLbl="node1" presStyleIdx="1" presStyleCnt="2">
        <dgm:presLayoutVars>
          <dgm:bulletEnabled val="1"/>
        </dgm:presLayoutVars>
      </dgm:prSet>
      <dgm:spPr/>
    </dgm:pt>
    <dgm:pt modelId="{B2E4444B-5928-4780-8EFA-EE4BD8481FDE}" type="pres">
      <dgm:prSet presAssocID="{FEB2D795-2011-4F03-9E57-38061E1F2223}" presName="TwoConn_1-2" presStyleLbl="fgAccFollowNode1" presStyleIdx="0" presStyleCnt="1">
        <dgm:presLayoutVars>
          <dgm:bulletEnabled val="1"/>
        </dgm:presLayoutVars>
      </dgm:prSet>
      <dgm:spPr/>
    </dgm:pt>
    <dgm:pt modelId="{D91C50CB-BD28-4312-8E77-612058C11899}" type="pres">
      <dgm:prSet presAssocID="{FEB2D795-2011-4F03-9E57-38061E1F2223}" presName="TwoNodes_1_text" presStyleLbl="node1" presStyleIdx="1" presStyleCnt="2">
        <dgm:presLayoutVars>
          <dgm:bulletEnabled val="1"/>
        </dgm:presLayoutVars>
      </dgm:prSet>
      <dgm:spPr/>
    </dgm:pt>
    <dgm:pt modelId="{4D8E4F54-825F-4B00-9A94-AB63D72962AD}" type="pres">
      <dgm:prSet presAssocID="{FEB2D795-2011-4F03-9E57-38061E1F2223}" presName="TwoNodes_2_text" presStyleLbl="node1" presStyleIdx="1" presStyleCnt="2">
        <dgm:presLayoutVars>
          <dgm:bulletEnabled val="1"/>
        </dgm:presLayoutVars>
      </dgm:prSet>
      <dgm:spPr/>
    </dgm:pt>
  </dgm:ptLst>
  <dgm:cxnLst>
    <dgm:cxn modelId="{43C35F23-111E-44A9-9495-6655FF15E21D}" type="presOf" srcId="{F4E0BA5B-7472-462C-A53C-3528CDF6D204}" destId="{D91C50CB-BD28-4312-8E77-612058C11899}" srcOrd="1" destOrd="0" presId="urn:microsoft.com/office/officeart/2005/8/layout/vProcess5"/>
    <dgm:cxn modelId="{A188D83B-BDBB-4B4F-ABAB-A444AA5DCBE0}" type="presOf" srcId="{F4E0BA5B-7472-462C-A53C-3528CDF6D204}" destId="{D322D34C-78E4-47DD-A1BC-B8FA196F7E0A}" srcOrd="0" destOrd="0" presId="urn:microsoft.com/office/officeart/2005/8/layout/vProcess5"/>
    <dgm:cxn modelId="{A1D41463-95D4-4C14-985B-1F8EC31C7C5B}" type="presOf" srcId="{FEB2D795-2011-4F03-9E57-38061E1F2223}" destId="{5DC3D195-6239-495A-9B3E-D1877628293D}" srcOrd="0" destOrd="0" presId="urn:microsoft.com/office/officeart/2005/8/layout/vProcess5"/>
    <dgm:cxn modelId="{553F89A5-03B1-4AF7-A59A-609943799C4D}" type="presOf" srcId="{19C9454B-E350-4B76-9CE6-061A1C53E98A}" destId="{4D8E4F54-825F-4B00-9A94-AB63D72962AD}" srcOrd="1" destOrd="0" presId="urn:microsoft.com/office/officeart/2005/8/layout/vProcess5"/>
    <dgm:cxn modelId="{DD128CB1-D2EB-4684-8FBC-19CB66A04E48}" srcId="{FEB2D795-2011-4F03-9E57-38061E1F2223}" destId="{F4E0BA5B-7472-462C-A53C-3528CDF6D204}" srcOrd="0" destOrd="0" parTransId="{177DDD64-78A6-41F5-BBDA-760D1F1B03F3}" sibTransId="{209FF20E-63A5-4DF6-986B-BC67E8957C28}"/>
    <dgm:cxn modelId="{9AEE3FBB-47CD-4BF4-8106-5EC982F1BEAB}" type="presOf" srcId="{209FF20E-63A5-4DF6-986B-BC67E8957C28}" destId="{B2E4444B-5928-4780-8EFA-EE4BD8481FDE}" srcOrd="0" destOrd="0" presId="urn:microsoft.com/office/officeart/2005/8/layout/vProcess5"/>
    <dgm:cxn modelId="{E67330BC-1C03-48F7-B457-2FF9DFB4C0EC}" srcId="{FEB2D795-2011-4F03-9E57-38061E1F2223}" destId="{19C9454B-E350-4B76-9CE6-061A1C53E98A}" srcOrd="1" destOrd="0" parTransId="{C2F580F4-BAC4-4A7A-9515-DA52D0C3CF3F}" sibTransId="{3C000B40-B60E-4032-8804-646FC44FEB46}"/>
    <dgm:cxn modelId="{87D780E2-6EBF-492A-A603-6C19BC5BAFDA}" type="presOf" srcId="{19C9454B-E350-4B76-9CE6-061A1C53E98A}" destId="{6DD2C7FD-7CF6-4E5B-9C4E-DAA4CC8716D7}" srcOrd="0" destOrd="0" presId="urn:microsoft.com/office/officeart/2005/8/layout/vProcess5"/>
    <dgm:cxn modelId="{5FAE66B3-C77A-4DD2-A473-696F413E2388}" type="presParOf" srcId="{5DC3D195-6239-495A-9B3E-D1877628293D}" destId="{D758612A-01D7-4935-B612-65AAC9E717B3}" srcOrd="0" destOrd="0" presId="urn:microsoft.com/office/officeart/2005/8/layout/vProcess5"/>
    <dgm:cxn modelId="{2503312D-DC92-4E38-AE67-737E60FB95FB}" type="presParOf" srcId="{5DC3D195-6239-495A-9B3E-D1877628293D}" destId="{D322D34C-78E4-47DD-A1BC-B8FA196F7E0A}" srcOrd="1" destOrd="0" presId="urn:microsoft.com/office/officeart/2005/8/layout/vProcess5"/>
    <dgm:cxn modelId="{D81234C1-14CF-4C07-A427-113CF83A03AF}" type="presParOf" srcId="{5DC3D195-6239-495A-9B3E-D1877628293D}" destId="{6DD2C7FD-7CF6-4E5B-9C4E-DAA4CC8716D7}" srcOrd="2" destOrd="0" presId="urn:microsoft.com/office/officeart/2005/8/layout/vProcess5"/>
    <dgm:cxn modelId="{63833390-D74D-4C72-BCE6-6A44F5244742}" type="presParOf" srcId="{5DC3D195-6239-495A-9B3E-D1877628293D}" destId="{B2E4444B-5928-4780-8EFA-EE4BD8481FDE}" srcOrd="3" destOrd="0" presId="urn:microsoft.com/office/officeart/2005/8/layout/vProcess5"/>
    <dgm:cxn modelId="{AA895097-4E53-4236-BC51-6F55042B9004}" type="presParOf" srcId="{5DC3D195-6239-495A-9B3E-D1877628293D}" destId="{D91C50CB-BD28-4312-8E77-612058C11899}" srcOrd="4" destOrd="0" presId="urn:microsoft.com/office/officeart/2005/8/layout/vProcess5"/>
    <dgm:cxn modelId="{6BA9CDE1-85A9-4435-94D0-354F517AB040}" type="presParOf" srcId="{5DC3D195-6239-495A-9B3E-D1877628293D}" destId="{4D8E4F54-825F-4B00-9A94-AB63D72962AD}"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06E286-05F4-4AC8-837F-DFD3CF382F4E}"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4B2393F3-988F-4BC3-87A1-8CFB1FE71374}">
      <dgm:prSet/>
      <dgm:spPr/>
      <dgm:t>
        <a:bodyPr/>
        <a:lstStyle/>
        <a:p>
          <a:r>
            <a:rPr lang="en-GB" b="1"/>
            <a:t>Cloud-native web app for uploading/viewing multimedia.</a:t>
          </a:r>
          <a:endParaRPr lang="en-US"/>
        </a:p>
      </dgm:t>
    </dgm:pt>
    <dgm:pt modelId="{2004A265-3844-4609-85FA-C50FFDBA358F}" type="parTrans" cxnId="{B3F5C235-6FB1-4FE0-9BD2-2F0A6A7633D8}">
      <dgm:prSet/>
      <dgm:spPr/>
      <dgm:t>
        <a:bodyPr/>
        <a:lstStyle/>
        <a:p>
          <a:endParaRPr lang="en-US"/>
        </a:p>
      </dgm:t>
    </dgm:pt>
    <dgm:pt modelId="{8161CB33-F78F-4A74-A49D-3EC0F297758D}" type="sibTrans" cxnId="{B3F5C235-6FB1-4FE0-9BD2-2F0A6A7633D8}">
      <dgm:prSet/>
      <dgm:spPr/>
      <dgm:t>
        <a:bodyPr/>
        <a:lstStyle/>
        <a:p>
          <a:endParaRPr lang="en-US"/>
        </a:p>
      </dgm:t>
    </dgm:pt>
    <dgm:pt modelId="{11DF7BA0-BA0B-4DF8-B0BC-E67AC63F9E1B}">
      <dgm:prSet/>
      <dgm:spPr/>
      <dgm:t>
        <a:bodyPr/>
        <a:lstStyle/>
        <a:p>
          <a:r>
            <a:rPr lang="en-GB" b="1"/>
            <a:t>Files in Blob Storage, metadata in SQL/Cosmos DB.</a:t>
          </a:r>
          <a:endParaRPr lang="en-US"/>
        </a:p>
      </dgm:t>
    </dgm:pt>
    <dgm:pt modelId="{8637C52A-0C34-4090-B0A2-580315B5D633}" type="parTrans" cxnId="{B7FB2157-2A80-4787-93BF-D77D90599523}">
      <dgm:prSet/>
      <dgm:spPr/>
      <dgm:t>
        <a:bodyPr/>
        <a:lstStyle/>
        <a:p>
          <a:endParaRPr lang="en-US"/>
        </a:p>
      </dgm:t>
    </dgm:pt>
    <dgm:pt modelId="{072A0760-27DF-426D-BD63-A1BAA989D45E}" type="sibTrans" cxnId="{B7FB2157-2A80-4787-93BF-D77D90599523}">
      <dgm:prSet/>
      <dgm:spPr/>
      <dgm:t>
        <a:bodyPr/>
        <a:lstStyle/>
        <a:p>
          <a:endParaRPr lang="en-US"/>
        </a:p>
      </dgm:t>
    </dgm:pt>
    <dgm:pt modelId="{32B01B7F-D6D1-46C4-B471-0ADC9A2ED58E}">
      <dgm:prSet/>
      <dgm:spPr/>
      <dgm:t>
        <a:bodyPr/>
        <a:lstStyle/>
        <a:p>
          <a:r>
            <a:rPr lang="en-GB" b="1"/>
            <a:t>Backend exposed via REST APIs, frontend is static web app.</a:t>
          </a:r>
          <a:endParaRPr lang="en-US"/>
        </a:p>
      </dgm:t>
    </dgm:pt>
    <dgm:pt modelId="{A5DB1E8C-5189-441E-9F5F-6DCBFC82CC03}" type="parTrans" cxnId="{BE3CEB6A-112D-4D2F-BCF7-837DE6BED440}">
      <dgm:prSet/>
      <dgm:spPr/>
      <dgm:t>
        <a:bodyPr/>
        <a:lstStyle/>
        <a:p>
          <a:endParaRPr lang="en-US"/>
        </a:p>
      </dgm:t>
    </dgm:pt>
    <dgm:pt modelId="{F88C3C63-ABC5-43BF-A8F0-FFD9A801E095}" type="sibTrans" cxnId="{BE3CEB6A-112D-4D2F-BCF7-837DE6BED440}">
      <dgm:prSet/>
      <dgm:spPr/>
      <dgm:t>
        <a:bodyPr/>
        <a:lstStyle/>
        <a:p>
          <a:endParaRPr lang="en-US"/>
        </a:p>
      </dgm:t>
    </dgm:pt>
    <dgm:pt modelId="{57A6CE02-7DFA-4B28-849E-498BA0705327}" type="pres">
      <dgm:prSet presAssocID="{4D06E286-05F4-4AC8-837F-DFD3CF382F4E}" presName="hierChild1" presStyleCnt="0">
        <dgm:presLayoutVars>
          <dgm:chPref val="1"/>
          <dgm:dir/>
          <dgm:animOne val="branch"/>
          <dgm:animLvl val="lvl"/>
          <dgm:resizeHandles/>
        </dgm:presLayoutVars>
      </dgm:prSet>
      <dgm:spPr/>
    </dgm:pt>
    <dgm:pt modelId="{E2B2D217-0FB4-4250-B592-F5E75AB7602C}" type="pres">
      <dgm:prSet presAssocID="{4B2393F3-988F-4BC3-87A1-8CFB1FE71374}" presName="hierRoot1" presStyleCnt="0"/>
      <dgm:spPr/>
    </dgm:pt>
    <dgm:pt modelId="{C511B4B4-D775-41CB-9EC7-90EAF7A94839}" type="pres">
      <dgm:prSet presAssocID="{4B2393F3-988F-4BC3-87A1-8CFB1FE71374}" presName="composite" presStyleCnt="0"/>
      <dgm:spPr/>
    </dgm:pt>
    <dgm:pt modelId="{3EA6513C-883B-4C8B-A010-20E1A1080930}" type="pres">
      <dgm:prSet presAssocID="{4B2393F3-988F-4BC3-87A1-8CFB1FE71374}" presName="background" presStyleLbl="node0" presStyleIdx="0" presStyleCnt="3"/>
      <dgm:spPr/>
    </dgm:pt>
    <dgm:pt modelId="{020E7BFC-3A3B-403F-ACA5-2BAAC5C37B91}" type="pres">
      <dgm:prSet presAssocID="{4B2393F3-988F-4BC3-87A1-8CFB1FE71374}" presName="text" presStyleLbl="fgAcc0" presStyleIdx="0" presStyleCnt="3">
        <dgm:presLayoutVars>
          <dgm:chPref val="3"/>
        </dgm:presLayoutVars>
      </dgm:prSet>
      <dgm:spPr/>
    </dgm:pt>
    <dgm:pt modelId="{B9938E69-6802-4A3E-9F00-80F6731DD689}" type="pres">
      <dgm:prSet presAssocID="{4B2393F3-988F-4BC3-87A1-8CFB1FE71374}" presName="hierChild2" presStyleCnt="0"/>
      <dgm:spPr/>
    </dgm:pt>
    <dgm:pt modelId="{67A0ACB7-B7D0-4D02-89F5-3E7CA6197B74}" type="pres">
      <dgm:prSet presAssocID="{11DF7BA0-BA0B-4DF8-B0BC-E67AC63F9E1B}" presName="hierRoot1" presStyleCnt="0"/>
      <dgm:spPr/>
    </dgm:pt>
    <dgm:pt modelId="{F06AD982-39E4-4187-B041-89BDC00D5A0B}" type="pres">
      <dgm:prSet presAssocID="{11DF7BA0-BA0B-4DF8-B0BC-E67AC63F9E1B}" presName="composite" presStyleCnt="0"/>
      <dgm:spPr/>
    </dgm:pt>
    <dgm:pt modelId="{5FEE3697-3F25-42F9-954C-CAF0B9E187AE}" type="pres">
      <dgm:prSet presAssocID="{11DF7BA0-BA0B-4DF8-B0BC-E67AC63F9E1B}" presName="background" presStyleLbl="node0" presStyleIdx="1" presStyleCnt="3"/>
      <dgm:spPr/>
    </dgm:pt>
    <dgm:pt modelId="{52A3FC47-E78A-45FE-9915-508CE7AD4AD8}" type="pres">
      <dgm:prSet presAssocID="{11DF7BA0-BA0B-4DF8-B0BC-E67AC63F9E1B}" presName="text" presStyleLbl="fgAcc0" presStyleIdx="1" presStyleCnt="3">
        <dgm:presLayoutVars>
          <dgm:chPref val="3"/>
        </dgm:presLayoutVars>
      </dgm:prSet>
      <dgm:spPr/>
    </dgm:pt>
    <dgm:pt modelId="{BB074C15-172F-4AD3-87CE-F3F256F6FC15}" type="pres">
      <dgm:prSet presAssocID="{11DF7BA0-BA0B-4DF8-B0BC-E67AC63F9E1B}" presName="hierChild2" presStyleCnt="0"/>
      <dgm:spPr/>
    </dgm:pt>
    <dgm:pt modelId="{F0089998-D996-4744-9FC7-21BB3492BBA4}" type="pres">
      <dgm:prSet presAssocID="{32B01B7F-D6D1-46C4-B471-0ADC9A2ED58E}" presName="hierRoot1" presStyleCnt="0"/>
      <dgm:spPr/>
    </dgm:pt>
    <dgm:pt modelId="{7F7B4189-C9B3-46AD-A1F1-69D6167E7F90}" type="pres">
      <dgm:prSet presAssocID="{32B01B7F-D6D1-46C4-B471-0ADC9A2ED58E}" presName="composite" presStyleCnt="0"/>
      <dgm:spPr/>
    </dgm:pt>
    <dgm:pt modelId="{75237E53-9DB4-4F4F-9B15-71DA12CB3301}" type="pres">
      <dgm:prSet presAssocID="{32B01B7F-D6D1-46C4-B471-0ADC9A2ED58E}" presName="background" presStyleLbl="node0" presStyleIdx="2" presStyleCnt="3"/>
      <dgm:spPr/>
    </dgm:pt>
    <dgm:pt modelId="{8EE71FB8-7005-4631-8468-02CC006849B4}" type="pres">
      <dgm:prSet presAssocID="{32B01B7F-D6D1-46C4-B471-0ADC9A2ED58E}" presName="text" presStyleLbl="fgAcc0" presStyleIdx="2" presStyleCnt="3">
        <dgm:presLayoutVars>
          <dgm:chPref val="3"/>
        </dgm:presLayoutVars>
      </dgm:prSet>
      <dgm:spPr/>
    </dgm:pt>
    <dgm:pt modelId="{5C8857C3-5657-421B-BE94-94FA5BF9A938}" type="pres">
      <dgm:prSet presAssocID="{32B01B7F-D6D1-46C4-B471-0ADC9A2ED58E}" presName="hierChild2" presStyleCnt="0"/>
      <dgm:spPr/>
    </dgm:pt>
  </dgm:ptLst>
  <dgm:cxnLst>
    <dgm:cxn modelId="{7D82DC19-B220-46CA-8DE3-3A2CAE5108F7}" type="presOf" srcId="{11DF7BA0-BA0B-4DF8-B0BC-E67AC63F9E1B}" destId="{52A3FC47-E78A-45FE-9915-508CE7AD4AD8}" srcOrd="0" destOrd="0" presId="urn:microsoft.com/office/officeart/2005/8/layout/hierarchy1"/>
    <dgm:cxn modelId="{B3F5C235-6FB1-4FE0-9BD2-2F0A6A7633D8}" srcId="{4D06E286-05F4-4AC8-837F-DFD3CF382F4E}" destId="{4B2393F3-988F-4BC3-87A1-8CFB1FE71374}" srcOrd="0" destOrd="0" parTransId="{2004A265-3844-4609-85FA-C50FFDBA358F}" sibTransId="{8161CB33-F78F-4A74-A49D-3EC0F297758D}"/>
    <dgm:cxn modelId="{6DBBAC66-6C83-4408-80B1-9F0A9685E330}" type="presOf" srcId="{4D06E286-05F4-4AC8-837F-DFD3CF382F4E}" destId="{57A6CE02-7DFA-4B28-849E-498BA0705327}" srcOrd="0" destOrd="0" presId="urn:microsoft.com/office/officeart/2005/8/layout/hierarchy1"/>
    <dgm:cxn modelId="{BE3CEB6A-112D-4D2F-BCF7-837DE6BED440}" srcId="{4D06E286-05F4-4AC8-837F-DFD3CF382F4E}" destId="{32B01B7F-D6D1-46C4-B471-0ADC9A2ED58E}" srcOrd="2" destOrd="0" parTransId="{A5DB1E8C-5189-441E-9F5F-6DCBFC82CC03}" sibTransId="{F88C3C63-ABC5-43BF-A8F0-FFD9A801E095}"/>
    <dgm:cxn modelId="{B7FB2157-2A80-4787-93BF-D77D90599523}" srcId="{4D06E286-05F4-4AC8-837F-DFD3CF382F4E}" destId="{11DF7BA0-BA0B-4DF8-B0BC-E67AC63F9E1B}" srcOrd="1" destOrd="0" parTransId="{8637C52A-0C34-4090-B0A2-580315B5D633}" sibTransId="{072A0760-27DF-426D-BD63-A1BAA989D45E}"/>
    <dgm:cxn modelId="{E8CC0EE3-80ED-40BE-986B-56D0DFBFDC04}" type="presOf" srcId="{32B01B7F-D6D1-46C4-B471-0ADC9A2ED58E}" destId="{8EE71FB8-7005-4631-8468-02CC006849B4}" srcOrd="0" destOrd="0" presId="urn:microsoft.com/office/officeart/2005/8/layout/hierarchy1"/>
    <dgm:cxn modelId="{2CE29AEB-7593-4B33-A296-70EDBEB92BAD}" type="presOf" srcId="{4B2393F3-988F-4BC3-87A1-8CFB1FE71374}" destId="{020E7BFC-3A3B-403F-ACA5-2BAAC5C37B91}" srcOrd="0" destOrd="0" presId="urn:microsoft.com/office/officeart/2005/8/layout/hierarchy1"/>
    <dgm:cxn modelId="{8A76B053-19C9-4A4C-9EEC-8930F5850B35}" type="presParOf" srcId="{57A6CE02-7DFA-4B28-849E-498BA0705327}" destId="{E2B2D217-0FB4-4250-B592-F5E75AB7602C}" srcOrd="0" destOrd="0" presId="urn:microsoft.com/office/officeart/2005/8/layout/hierarchy1"/>
    <dgm:cxn modelId="{D18494B9-EC42-436A-83D6-7BCDD5DB9B00}" type="presParOf" srcId="{E2B2D217-0FB4-4250-B592-F5E75AB7602C}" destId="{C511B4B4-D775-41CB-9EC7-90EAF7A94839}" srcOrd="0" destOrd="0" presId="urn:microsoft.com/office/officeart/2005/8/layout/hierarchy1"/>
    <dgm:cxn modelId="{2A164F5B-DF8C-4F82-A66D-377AB27B4B4A}" type="presParOf" srcId="{C511B4B4-D775-41CB-9EC7-90EAF7A94839}" destId="{3EA6513C-883B-4C8B-A010-20E1A1080930}" srcOrd="0" destOrd="0" presId="urn:microsoft.com/office/officeart/2005/8/layout/hierarchy1"/>
    <dgm:cxn modelId="{962E1256-A88B-42C5-88D5-3C709CFBA92A}" type="presParOf" srcId="{C511B4B4-D775-41CB-9EC7-90EAF7A94839}" destId="{020E7BFC-3A3B-403F-ACA5-2BAAC5C37B91}" srcOrd="1" destOrd="0" presId="urn:microsoft.com/office/officeart/2005/8/layout/hierarchy1"/>
    <dgm:cxn modelId="{410AFA66-EFD8-488E-BB08-3D8222CC209F}" type="presParOf" srcId="{E2B2D217-0FB4-4250-B592-F5E75AB7602C}" destId="{B9938E69-6802-4A3E-9F00-80F6731DD689}" srcOrd="1" destOrd="0" presId="urn:microsoft.com/office/officeart/2005/8/layout/hierarchy1"/>
    <dgm:cxn modelId="{5B6B2956-995B-408D-8B7C-32A6359FF005}" type="presParOf" srcId="{57A6CE02-7DFA-4B28-849E-498BA0705327}" destId="{67A0ACB7-B7D0-4D02-89F5-3E7CA6197B74}" srcOrd="1" destOrd="0" presId="urn:microsoft.com/office/officeart/2005/8/layout/hierarchy1"/>
    <dgm:cxn modelId="{C3C445F0-7268-4A8E-A5B8-A6CCAAD5907B}" type="presParOf" srcId="{67A0ACB7-B7D0-4D02-89F5-3E7CA6197B74}" destId="{F06AD982-39E4-4187-B041-89BDC00D5A0B}" srcOrd="0" destOrd="0" presId="urn:microsoft.com/office/officeart/2005/8/layout/hierarchy1"/>
    <dgm:cxn modelId="{601D3F66-EFEF-4BE6-8E4D-CDCD1D18F50E}" type="presParOf" srcId="{F06AD982-39E4-4187-B041-89BDC00D5A0B}" destId="{5FEE3697-3F25-42F9-954C-CAF0B9E187AE}" srcOrd="0" destOrd="0" presId="urn:microsoft.com/office/officeart/2005/8/layout/hierarchy1"/>
    <dgm:cxn modelId="{20030369-7D51-4D46-AE7A-A71BAF7CF5C2}" type="presParOf" srcId="{F06AD982-39E4-4187-B041-89BDC00D5A0B}" destId="{52A3FC47-E78A-45FE-9915-508CE7AD4AD8}" srcOrd="1" destOrd="0" presId="urn:microsoft.com/office/officeart/2005/8/layout/hierarchy1"/>
    <dgm:cxn modelId="{3AA2826A-A520-403E-B7A3-351E32530427}" type="presParOf" srcId="{67A0ACB7-B7D0-4D02-89F5-3E7CA6197B74}" destId="{BB074C15-172F-4AD3-87CE-F3F256F6FC15}" srcOrd="1" destOrd="0" presId="urn:microsoft.com/office/officeart/2005/8/layout/hierarchy1"/>
    <dgm:cxn modelId="{2F0D2949-812C-4461-B106-B335D73AEE7A}" type="presParOf" srcId="{57A6CE02-7DFA-4B28-849E-498BA0705327}" destId="{F0089998-D996-4744-9FC7-21BB3492BBA4}" srcOrd="2" destOrd="0" presId="urn:microsoft.com/office/officeart/2005/8/layout/hierarchy1"/>
    <dgm:cxn modelId="{54CBB00F-C5D9-4AA6-8836-C4846E94C73A}" type="presParOf" srcId="{F0089998-D996-4744-9FC7-21BB3492BBA4}" destId="{7F7B4189-C9B3-46AD-A1F1-69D6167E7F90}" srcOrd="0" destOrd="0" presId="urn:microsoft.com/office/officeart/2005/8/layout/hierarchy1"/>
    <dgm:cxn modelId="{1116EA84-3658-4504-B08A-646E869DA444}" type="presParOf" srcId="{7F7B4189-C9B3-46AD-A1F1-69D6167E7F90}" destId="{75237E53-9DB4-4F4F-9B15-71DA12CB3301}" srcOrd="0" destOrd="0" presId="urn:microsoft.com/office/officeart/2005/8/layout/hierarchy1"/>
    <dgm:cxn modelId="{7FE762E8-39CE-497F-AD1F-5E4B33F93F0D}" type="presParOf" srcId="{7F7B4189-C9B3-46AD-A1F1-69D6167E7F90}" destId="{8EE71FB8-7005-4631-8468-02CC006849B4}" srcOrd="1" destOrd="0" presId="urn:microsoft.com/office/officeart/2005/8/layout/hierarchy1"/>
    <dgm:cxn modelId="{B00F8E27-45F1-44FB-88EC-FFF7EDF46175}" type="presParOf" srcId="{F0089998-D996-4744-9FC7-21BB3492BBA4}" destId="{5C8857C3-5657-421B-BE94-94FA5BF9A93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440B2F4-C7F9-46F4-9080-2D0934BECFF6}" type="doc">
      <dgm:prSet loTypeId="urn:microsoft.com/office/officeart/2005/8/layout/hierarchy1" loCatId="hierarchy" qsTypeId="urn:microsoft.com/office/officeart/2005/8/quickstyle/simple2" qsCatId="simple" csTypeId="urn:microsoft.com/office/officeart/2005/8/colors/accent2_2" csCatId="accent2"/>
      <dgm:spPr/>
      <dgm:t>
        <a:bodyPr/>
        <a:lstStyle/>
        <a:p>
          <a:endParaRPr lang="en-US"/>
        </a:p>
      </dgm:t>
    </dgm:pt>
    <dgm:pt modelId="{603494AD-F83B-4DD7-82E7-76CD1AA4B955}">
      <dgm:prSet/>
      <dgm:spPr/>
      <dgm:t>
        <a:bodyPr/>
        <a:lstStyle/>
        <a:p>
          <a:r>
            <a:rPr lang="en-GB" b="1"/>
            <a:t>Home Page, Upload Page, Media Gallery</a:t>
          </a:r>
          <a:endParaRPr lang="en-US"/>
        </a:p>
      </dgm:t>
    </dgm:pt>
    <dgm:pt modelId="{7CCC8C6E-6E3A-4686-9224-6459C6F06167}" type="parTrans" cxnId="{79914CC8-C82E-4D1E-920D-EC1FDD481037}">
      <dgm:prSet/>
      <dgm:spPr/>
      <dgm:t>
        <a:bodyPr/>
        <a:lstStyle/>
        <a:p>
          <a:endParaRPr lang="en-US"/>
        </a:p>
      </dgm:t>
    </dgm:pt>
    <dgm:pt modelId="{21FFE6CE-6CF5-4B4C-B250-2E01F721D872}" type="sibTrans" cxnId="{79914CC8-C82E-4D1E-920D-EC1FDD481037}">
      <dgm:prSet/>
      <dgm:spPr/>
      <dgm:t>
        <a:bodyPr/>
        <a:lstStyle/>
        <a:p>
          <a:endParaRPr lang="en-US"/>
        </a:p>
      </dgm:t>
    </dgm:pt>
    <dgm:pt modelId="{2931DF43-7DF7-4B0C-814B-3B4B9A04DEEE}">
      <dgm:prSet/>
      <dgm:spPr/>
      <dgm:t>
        <a:bodyPr/>
        <a:lstStyle/>
        <a:p>
          <a:r>
            <a:rPr lang="en-GB" b="1"/>
            <a:t>Simple layout, interactive with backend</a:t>
          </a:r>
          <a:endParaRPr lang="en-US"/>
        </a:p>
      </dgm:t>
    </dgm:pt>
    <dgm:pt modelId="{D793B951-68FD-449C-882A-9CA835419CE7}" type="parTrans" cxnId="{6A3FF291-6856-47EA-A245-5694CB16F6AA}">
      <dgm:prSet/>
      <dgm:spPr/>
      <dgm:t>
        <a:bodyPr/>
        <a:lstStyle/>
        <a:p>
          <a:endParaRPr lang="en-US"/>
        </a:p>
      </dgm:t>
    </dgm:pt>
    <dgm:pt modelId="{29F6D481-E03B-4B74-9A25-674CF0962F45}" type="sibTrans" cxnId="{6A3FF291-6856-47EA-A245-5694CB16F6AA}">
      <dgm:prSet/>
      <dgm:spPr/>
      <dgm:t>
        <a:bodyPr/>
        <a:lstStyle/>
        <a:p>
          <a:endParaRPr lang="en-US"/>
        </a:p>
      </dgm:t>
    </dgm:pt>
    <dgm:pt modelId="{C0BC9404-FDBA-41A5-BBD0-CB3CA7C0EF0C}" type="pres">
      <dgm:prSet presAssocID="{B440B2F4-C7F9-46F4-9080-2D0934BECFF6}" presName="hierChild1" presStyleCnt="0">
        <dgm:presLayoutVars>
          <dgm:chPref val="1"/>
          <dgm:dir/>
          <dgm:animOne val="branch"/>
          <dgm:animLvl val="lvl"/>
          <dgm:resizeHandles/>
        </dgm:presLayoutVars>
      </dgm:prSet>
      <dgm:spPr/>
    </dgm:pt>
    <dgm:pt modelId="{15BAF5BB-5535-441F-95D1-269A9473AF93}" type="pres">
      <dgm:prSet presAssocID="{603494AD-F83B-4DD7-82E7-76CD1AA4B955}" presName="hierRoot1" presStyleCnt="0"/>
      <dgm:spPr/>
    </dgm:pt>
    <dgm:pt modelId="{CC4A945A-0462-4847-81C2-5771949403A1}" type="pres">
      <dgm:prSet presAssocID="{603494AD-F83B-4DD7-82E7-76CD1AA4B955}" presName="composite" presStyleCnt="0"/>
      <dgm:spPr/>
    </dgm:pt>
    <dgm:pt modelId="{19ED1073-52CF-4AD3-A004-459542200369}" type="pres">
      <dgm:prSet presAssocID="{603494AD-F83B-4DD7-82E7-76CD1AA4B955}" presName="background" presStyleLbl="node0" presStyleIdx="0" presStyleCnt="2"/>
      <dgm:spPr/>
    </dgm:pt>
    <dgm:pt modelId="{B79AC7F6-FBF6-4181-B595-BF63F98A948F}" type="pres">
      <dgm:prSet presAssocID="{603494AD-F83B-4DD7-82E7-76CD1AA4B955}" presName="text" presStyleLbl="fgAcc0" presStyleIdx="0" presStyleCnt="2">
        <dgm:presLayoutVars>
          <dgm:chPref val="3"/>
        </dgm:presLayoutVars>
      </dgm:prSet>
      <dgm:spPr/>
    </dgm:pt>
    <dgm:pt modelId="{EDF1791C-C792-4671-91DB-BAE4E3F35EE2}" type="pres">
      <dgm:prSet presAssocID="{603494AD-F83B-4DD7-82E7-76CD1AA4B955}" presName="hierChild2" presStyleCnt="0"/>
      <dgm:spPr/>
    </dgm:pt>
    <dgm:pt modelId="{4AA09118-EF9F-43EA-9472-F8BE9A54D205}" type="pres">
      <dgm:prSet presAssocID="{2931DF43-7DF7-4B0C-814B-3B4B9A04DEEE}" presName="hierRoot1" presStyleCnt="0"/>
      <dgm:spPr/>
    </dgm:pt>
    <dgm:pt modelId="{27F37798-E76D-4660-862F-8633648E5E0D}" type="pres">
      <dgm:prSet presAssocID="{2931DF43-7DF7-4B0C-814B-3B4B9A04DEEE}" presName="composite" presStyleCnt="0"/>
      <dgm:spPr/>
    </dgm:pt>
    <dgm:pt modelId="{B557A9D1-D35E-4B0A-BCB7-93177580B20D}" type="pres">
      <dgm:prSet presAssocID="{2931DF43-7DF7-4B0C-814B-3B4B9A04DEEE}" presName="background" presStyleLbl="node0" presStyleIdx="1" presStyleCnt="2"/>
      <dgm:spPr/>
    </dgm:pt>
    <dgm:pt modelId="{26FDEB37-FFF2-4EDD-B63E-C71A79A37923}" type="pres">
      <dgm:prSet presAssocID="{2931DF43-7DF7-4B0C-814B-3B4B9A04DEEE}" presName="text" presStyleLbl="fgAcc0" presStyleIdx="1" presStyleCnt="2">
        <dgm:presLayoutVars>
          <dgm:chPref val="3"/>
        </dgm:presLayoutVars>
      </dgm:prSet>
      <dgm:spPr/>
    </dgm:pt>
    <dgm:pt modelId="{306C4B19-6E2B-4742-9A8E-D768EB99C909}" type="pres">
      <dgm:prSet presAssocID="{2931DF43-7DF7-4B0C-814B-3B4B9A04DEEE}" presName="hierChild2" presStyleCnt="0"/>
      <dgm:spPr/>
    </dgm:pt>
  </dgm:ptLst>
  <dgm:cxnLst>
    <dgm:cxn modelId="{A0105A6F-AC8E-4532-99D5-DAE89CE6F1F4}" type="presOf" srcId="{603494AD-F83B-4DD7-82E7-76CD1AA4B955}" destId="{B79AC7F6-FBF6-4181-B595-BF63F98A948F}" srcOrd="0" destOrd="0" presId="urn:microsoft.com/office/officeart/2005/8/layout/hierarchy1"/>
    <dgm:cxn modelId="{6F94FF56-F8C1-46AC-8BF7-91657A0EAB99}" type="presOf" srcId="{2931DF43-7DF7-4B0C-814B-3B4B9A04DEEE}" destId="{26FDEB37-FFF2-4EDD-B63E-C71A79A37923}" srcOrd="0" destOrd="0" presId="urn:microsoft.com/office/officeart/2005/8/layout/hierarchy1"/>
    <dgm:cxn modelId="{4410C07B-D149-49F9-8732-4E4B22EED917}" type="presOf" srcId="{B440B2F4-C7F9-46F4-9080-2D0934BECFF6}" destId="{C0BC9404-FDBA-41A5-BBD0-CB3CA7C0EF0C}" srcOrd="0" destOrd="0" presId="urn:microsoft.com/office/officeart/2005/8/layout/hierarchy1"/>
    <dgm:cxn modelId="{6A3FF291-6856-47EA-A245-5694CB16F6AA}" srcId="{B440B2F4-C7F9-46F4-9080-2D0934BECFF6}" destId="{2931DF43-7DF7-4B0C-814B-3B4B9A04DEEE}" srcOrd="1" destOrd="0" parTransId="{D793B951-68FD-449C-882A-9CA835419CE7}" sibTransId="{29F6D481-E03B-4B74-9A25-674CF0962F45}"/>
    <dgm:cxn modelId="{79914CC8-C82E-4D1E-920D-EC1FDD481037}" srcId="{B440B2F4-C7F9-46F4-9080-2D0934BECFF6}" destId="{603494AD-F83B-4DD7-82E7-76CD1AA4B955}" srcOrd="0" destOrd="0" parTransId="{7CCC8C6E-6E3A-4686-9224-6459C6F06167}" sibTransId="{21FFE6CE-6CF5-4B4C-B250-2E01F721D872}"/>
    <dgm:cxn modelId="{3CDE9227-1729-4CDE-828E-88C0AD7AF765}" type="presParOf" srcId="{C0BC9404-FDBA-41A5-BBD0-CB3CA7C0EF0C}" destId="{15BAF5BB-5535-441F-95D1-269A9473AF93}" srcOrd="0" destOrd="0" presId="urn:microsoft.com/office/officeart/2005/8/layout/hierarchy1"/>
    <dgm:cxn modelId="{6390516E-D810-4329-8C1B-E0D983B88DB4}" type="presParOf" srcId="{15BAF5BB-5535-441F-95D1-269A9473AF93}" destId="{CC4A945A-0462-4847-81C2-5771949403A1}" srcOrd="0" destOrd="0" presId="urn:microsoft.com/office/officeart/2005/8/layout/hierarchy1"/>
    <dgm:cxn modelId="{F6A05B2F-DC44-460A-BB8A-219CD2FD4F99}" type="presParOf" srcId="{CC4A945A-0462-4847-81C2-5771949403A1}" destId="{19ED1073-52CF-4AD3-A004-459542200369}" srcOrd="0" destOrd="0" presId="urn:microsoft.com/office/officeart/2005/8/layout/hierarchy1"/>
    <dgm:cxn modelId="{362FD1B9-118A-48FA-B46A-F6E866A4EE68}" type="presParOf" srcId="{CC4A945A-0462-4847-81C2-5771949403A1}" destId="{B79AC7F6-FBF6-4181-B595-BF63F98A948F}" srcOrd="1" destOrd="0" presId="urn:microsoft.com/office/officeart/2005/8/layout/hierarchy1"/>
    <dgm:cxn modelId="{05007079-3086-4308-97A6-E0FA8EB910D0}" type="presParOf" srcId="{15BAF5BB-5535-441F-95D1-269A9473AF93}" destId="{EDF1791C-C792-4671-91DB-BAE4E3F35EE2}" srcOrd="1" destOrd="0" presId="urn:microsoft.com/office/officeart/2005/8/layout/hierarchy1"/>
    <dgm:cxn modelId="{8450011F-AB8A-4F85-845C-307DFFD60759}" type="presParOf" srcId="{C0BC9404-FDBA-41A5-BBD0-CB3CA7C0EF0C}" destId="{4AA09118-EF9F-43EA-9472-F8BE9A54D205}" srcOrd="1" destOrd="0" presId="urn:microsoft.com/office/officeart/2005/8/layout/hierarchy1"/>
    <dgm:cxn modelId="{FC8BE31A-0321-49D6-8005-CABFFD5F2E74}" type="presParOf" srcId="{4AA09118-EF9F-43EA-9472-F8BE9A54D205}" destId="{27F37798-E76D-4660-862F-8633648E5E0D}" srcOrd="0" destOrd="0" presId="urn:microsoft.com/office/officeart/2005/8/layout/hierarchy1"/>
    <dgm:cxn modelId="{AA09A786-09F5-4360-BF33-E2B3FA585390}" type="presParOf" srcId="{27F37798-E76D-4660-862F-8633648E5E0D}" destId="{B557A9D1-D35E-4B0A-BCB7-93177580B20D}" srcOrd="0" destOrd="0" presId="urn:microsoft.com/office/officeart/2005/8/layout/hierarchy1"/>
    <dgm:cxn modelId="{F2DB9E89-C81B-4C6D-8CB3-251C9FA4FB6C}" type="presParOf" srcId="{27F37798-E76D-4660-862F-8633648E5E0D}" destId="{26FDEB37-FFF2-4EDD-B63E-C71A79A37923}" srcOrd="1" destOrd="0" presId="urn:microsoft.com/office/officeart/2005/8/layout/hierarchy1"/>
    <dgm:cxn modelId="{5665D41F-1130-4E40-9AB0-AFEDFC15CDDE}" type="presParOf" srcId="{4AA09118-EF9F-43EA-9472-F8BE9A54D205}" destId="{306C4B19-6E2B-4742-9A8E-D768EB99C90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98A200-4E62-4407-84E2-EBBD5C1F263E}"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82B6070C-E5C7-436A-A414-E2D12B193E4D}">
      <dgm:prSet/>
      <dgm:spPr/>
      <dgm:t>
        <a:bodyPr/>
        <a:lstStyle/>
        <a:p>
          <a:r>
            <a:rPr lang="en-GB"/>
            <a:t>HTML/CSS/JS hosted on Azure Static Web Apps or Blob Storage.</a:t>
          </a:r>
          <a:endParaRPr lang="en-US"/>
        </a:p>
      </dgm:t>
    </dgm:pt>
    <dgm:pt modelId="{EA94023A-3D27-4C1C-8CCB-20D0601F405C}" type="parTrans" cxnId="{BE47D075-DF81-4361-9ADA-E0144B163F50}">
      <dgm:prSet/>
      <dgm:spPr/>
      <dgm:t>
        <a:bodyPr/>
        <a:lstStyle/>
        <a:p>
          <a:endParaRPr lang="en-US"/>
        </a:p>
      </dgm:t>
    </dgm:pt>
    <dgm:pt modelId="{32212211-DD89-4231-A18E-7EDD8FB43476}" type="sibTrans" cxnId="{BE47D075-DF81-4361-9ADA-E0144B163F50}">
      <dgm:prSet/>
      <dgm:spPr/>
      <dgm:t>
        <a:bodyPr/>
        <a:lstStyle/>
        <a:p>
          <a:endParaRPr lang="en-US"/>
        </a:p>
      </dgm:t>
    </dgm:pt>
    <dgm:pt modelId="{896F4F8B-CB27-412D-9550-49823AE30A35}">
      <dgm:prSet/>
      <dgm:spPr/>
      <dgm:t>
        <a:bodyPr/>
        <a:lstStyle/>
        <a:p>
          <a:r>
            <a:rPr lang="en-GB"/>
            <a:t>Communicates via REST API with backend.</a:t>
          </a:r>
          <a:endParaRPr lang="en-US"/>
        </a:p>
      </dgm:t>
    </dgm:pt>
    <dgm:pt modelId="{8841FD6D-A7A8-4519-BC4A-14651E4C4161}" type="parTrans" cxnId="{A1F7D349-9ED8-42C4-A749-B173C47A4735}">
      <dgm:prSet/>
      <dgm:spPr/>
      <dgm:t>
        <a:bodyPr/>
        <a:lstStyle/>
        <a:p>
          <a:endParaRPr lang="en-US"/>
        </a:p>
      </dgm:t>
    </dgm:pt>
    <dgm:pt modelId="{07AC1EF6-B60D-4607-A92D-604F150BB169}" type="sibTrans" cxnId="{A1F7D349-9ED8-42C4-A749-B173C47A4735}">
      <dgm:prSet/>
      <dgm:spPr/>
      <dgm:t>
        <a:bodyPr/>
        <a:lstStyle/>
        <a:p>
          <a:endParaRPr lang="en-US"/>
        </a:p>
      </dgm:t>
    </dgm:pt>
    <dgm:pt modelId="{A07BBBE8-355C-4FEB-BD77-EEFB5802797D}">
      <dgm:prSet/>
      <dgm:spPr/>
      <dgm:t>
        <a:bodyPr/>
        <a:lstStyle/>
        <a:p>
          <a:r>
            <a:rPr lang="en-GB"/>
            <a:t>Benefits: scalable, low cost, CDN support.</a:t>
          </a:r>
          <a:endParaRPr lang="en-US"/>
        </a:p>
      </dgm:t>
    </dgm:pt>
    <dgm:pt modelId="{218779F1-D653-4772-8F42-7945B6245693}" type="parTrans" cxnId="{9C98E8EC-CFD4-4654-A331-D627235690CF}">
      <dgm:prSet/>
      <dgm:spPr/>
      <dgm:t>
        <a:bodyPr/>
        <a:lstStyle/>
        <a:p>
          <a:endParaRPr lang="en-US"/>
        </a:p>
      </dgm:t>
    </dgm:pt>
    <dgm:pt modelId="{860CE9B6-9D15-414D-9B73-38C64368512F}" type="sibTrans" cxnId="{9C98E8EC-CFD4-4654-A331-D627235690CF}">
      <dgm:prSet/>
      <dgm:spPr/>
      <dgm:t>
        <a:bodyPr/>
        <a:lstStyle/>
        <a:p>
          <a:endParaRPr lang="en-US"/>
        </a:p>
      </dgm:t>
    </dgm:pt>
    <dgm:pt modelId="{8582A49D-ED3A-4CEA-BCB7-3C53FB2CE0E0}" type="pres">
      <dgm:prSet presAssocID="{E398A200-4E62-4407-84E2-EBBD5C1F263E}" presName="outerComposite" presStyleCnt="0">
        <dgm:presLayoutVars>
          <dgm:chMax val="5"/>
          <dgm:dir/>
          <dgm:resizeHandles val="exact"/>
        </dgm:presLayoutVars>
      </dgm:prSet>
      <dgm:spPr/>
    </dgm:pt>
    <dgm:pt modelId="{D1028603-FD10-47A1-B0E2-FC43F8C47E0A}" type="pres">
      <dgm:prSet presAssocID="{E398A200-4E62-4407-84E2-EBBD5C1F263E}" presName="dummyMaxCanvas" presStyleCnt="0">
        <dgm:presLayoutVars/>
      </dgm:prSet>
      <dgm:spPr/>
    </dgm:pt>
    <dgm:pt modelId="{8174D4BA-CDE2-47E5-97FD-A49B71234498}" type="pres">
      <dgm:prSet presAssocID="{E398A200-4E62-4407-84E2-EBBD5C1F263E}" presName="ThreeNodes_1" presStyleLbl="node1" presStyleIdx="0" presStyleCnt="3">
        <dgm:presLayoutVars>
          <dgm:bulletEnabled val="1"/>
        </dgm:presLayoutVars>
      </dgm:prSet>
      <dgm:spPr/>
    </dgm:pt>
    <dgm:pt modelId="{481AE5E5-E782-4D6B-874E-13E352C8C165}" type="pres">
      <dgm:prSet presAssocID="{E398A200-4E62-4407-84E2-EBBD5C1F263E}" presName="ThreeNodes_2" presStyleLbl="node1" presStyleIdx="1" presStyleCnt="3">
        <dgm:presLayoutVars>
          <dgm:bulletEnabled val="1"/>
        </dgm:presLayoutVars>
      </dgm:prSet>
      <dgm:spPr/>
    </dgm:pt>
    <dgm:pt modelId="{F372EE25-8917-4F59-A63B-3EDFA09FD3EA}" type="pres">
      <dgm:prSet presAssocID="{E398A200-4E62-4407-84E2-EBBD5C1F263E}" presName="ThreeNodes_3" presStyleLbl="node1" presStyleIdx="2" presStyleCnt="3">
        <dgm:presLayoutVars>
          <dgm:bulletEnabled val="1"/>
        </dgm:presLayoutVars>
      </dgm:prSet>
      <dgm:spPr/>
    </dgm:pt>
    <dgm:pt modelId="{23D7775A-8BA0-43EF-82E1-43EAFB25DA1B}" type="pres">
      <dgm:prSet presAssocID="{E398A200-4E62-4407-84E2-EBBD5C1F263E}" presName="ThreeConn_1-2" presStyleLbl="fgAccFollowNode1" presStyleIdx="0" presStyleCnt="2">
        <dgm:presLayoutVars>
          <dgm:bulletEnabled val="1"/>
        </dgm:presLayoutVars>
      </dgm:prSet>
      <dgm:spPr/>
    </dgm:pt>
    <dgm:pt modelId="{678A23D1-CAE2-45C5-807F-A67FA1511BEC}" type="pres">
      <dgm:prSet presAssocID="{E398A200-4E62-4407-84E2-EBBD5C1F263E}" presName="ThreeConn_2-3" presStyleLbl="fgAccFollowNode1" presStyleIdx="1" presStyleCnt="2">
        <dgm:presLayoutVars>
          <dgm:bulletEnabled val="1"/>
        </dgm:presLayoutVars>
      </dgm:prSet>
      <dgm:spPr/>
    </dgm:pt>
    <dgm:pt modelId="{E73CF276-11B4-4636-9FD1-9829F520C5A3}" type="pres">
      <dgm:prSet presAssocID="{E398A200-4E62-4407-84E2-EBBD5C1F263E}" presName="ThreeNodes_1_text" presStyleLbl="node1" presStyleIdx="2" presStyleCnt="3">
        <dgm:presLayoutVars>
          <dgm:bulletEnabled val="1"/>
        </dgm:presLayoutVars>
      </dgm:prSet>
      <dgm:spPr/>
    </dgm:pt>
    <dgm:pt modelId="{E631F139-AEB6-49BA-908F-037516536A6C}" type="pres">
      <dgm:prSet presAssocID="{E398A200-4E62-4407-84E2-EBBD5C1F263E}" presName="ThreeNodes_2_text" presStyleLbl="node1" presStyleIdx="2" presStyleCnt="3">
        <dgm:presLayoutVars>
          <dgm:bulletEnabled val="1"/>
        </dgm:presLayoutVars>
      </dgm:prSet>
      <dgm:spPr/>
    </dgm:pt>
    <dgm:pt modelId="{6F98BCA5-66E3-4579-A40A-2BD2C0F0D7FE}" type="pres">
      <dgm:prSet presAssocID="{E398A200-4E62-4407-84E2-EBBD5C1F263E}" presName="ThreeNodes_3_text" presStyleLbl="node1" presStyleIdx="2" presStyleCnt="3">
        <dgm:presLayoutVars>
          <dgm:bulletEnabled val="1"/>
        </dgm:presLayoutVars>
      </dgm:prSet>
      <dgm:spPr/>
    </dgm:pt>
  </dgm:ptLst>
  <dgm:cxnLst>
    <dgm:cxn modelId="{5568C413-5FCC-4A54-A11B-568D81B1F619}" type="presOf" srcId="{A07BBBE8-355C-4FEB-BD77-EEFB5802797D}" destId="{6F98BCA5-66E3-4579-A40A-2BD2C0F0D7FE}" srcOrd="1" destOrd="0" presId="urn:microsoft.com/office/officeart/2005/8/layout/vProcess5"/>
    <dgm:cxn modelId="{D103D817-1598-41A8-AD6B-B8ED0BFF7009}" type="presOf" srcId="{82B6070C-E5C7-436A-A414-E2D12B193E4D}" destId="{8174D4BA-CDE2-47E5-97FD-A49B71234498}" srcOrd="0" destOrd="0" presId="urn:microsoft.com/office/officeart/2005/8/layout/vProcess5"/>
    <dgm:cxn modelId="{927DE03D-CF87-4B24-97D9-E47E55860969}" type="presOf" srcId="{32212211-DD89-4231-A18E-7EDD8FB43476}" destId="{23D7775A-8BA0-43EF-82E1-43EAFB25DA1B}" srcOrd="0" destOrd="0" presId="urn:microsoft.com/office/officeart/2005/8/layout/vProcess5"/>
    <dgm:cxn modelId="{A1F7D349-9ED8-42C4-A749-B173C47A4735}" srcId="{E398A200-4E62-4407-84E2-EBBD5C1F263E}" destId="{896F4F8B-CB27-412D-9550-49823AE30A35}" srcOrd="1" destOrd="0" parTransId="{8841FD6D-A7A8-4519-BC4A-14651E4C4161}" sibTransId="{07AC1EF6-B60D-4607-A92D-604F150BB169}"/>
    <dgm:cxn modelId="{BE47D075-DF81-4361-9ADA-E0144B163F50}" srcId="{E398A200-4E62-4407-84E2-EBBD5C1F263E}" destId="{82B6070C-E5C7-436A-A414-E2D12B193E4D}" srcOrd="0" destOrd="0" parTransId="{EA94023A-3D27-4C1C-8CCB-20D0601F405C}" sibTransId="{32212211-DD89-4231-A18E-7EDD8FB43476}"/>
    <dgm:cxn modelId="{9A4CD37B-BAFE-4EFE-A9F5-B0A5AEE31419}" type="presOf" srcId="{896F4F8B-CB27-412D-9550-49823AE30A35}" destId="{E631F139-AEB6-49BA-908F-037516536A6C}" srcOrd="1" destOrd="0" presId="urn:microsoft.com/office/officeart/2005/8/layout/vProcess5"/>
    <dgm:cxn modelId="{ED8BB1A7-DE2B-48B9-AB9A-0737C6308080}" type="presOf" srcId="{A07BBBE8-355C-4FEB-BD77-EEFB5802797D}" destId="{F372EE25-8917-4F59-A63B-3EDFA09FD3EA}" srcOrd="0" destOrd="0" presId="urn:microsoft.com/office/officeart/2005/8/layout/vProcess5"/>
    <dgm:cxn modelId="{1F2634AB-E409-48B3-A3AB-59A2C0A9D214}" type="presOf" srcId="{896F4F8B-CB27-412D-9550-49823AE30A35}" destId="{481AE5E5-E782-4D6B-874E-13E352C8C165}" srcOrd="0" destOrd="0" presId="urn:microsoft.com/office/officeart/2005/8/layout/vProcess5"/>
    <dgm:cxn modelId="{664758C8-7868-483D-BF94-0CC56890660D}" type="presOf" srcId="{07AC1EF6-B60D-4607-A92D-604F150BB169}" destId="{678A23D1-CAE2-45C5-807F-A67FA1511BEC}" srcOrd="0" destOrd="0" presId="urn:microsoft.com/office/officeart/2005/8/layout/vProcess5"/>
    <dgm:cxn modelId="{06787ECA-D489-4239-A6FF-7F24F53F88D2}" type="presOf" srcId="{E398A200-4E62-4407-84E2-EBBD5C1F263E}" destId="{8582A49D-ED3A-4CEA-BCB7-3C53FB2CE0E0}" srcOrd="0" destOrd="0" presId="urn:microsoft.com/office/officeart/2005/8/layout/vProcess5"/>
    <dgm:cxn modelId="{266D9AEC-2B85-4A91-982A-C80168F12E59}" type="presOf" srcId="{82B6070C-E5C7-436A-A414-E2D12B193E4D}" destId="{E73CF276-11B4-4636-9FD1-9829F520C5A3}" srcOrd="1" destOrd="0" presId="urn:microsoft.com/office/officeart/2005/8/layout/vProcess5"/>
    <dgm:cxn modelId="{9C98E8EC-CFD4-4654-A331-D627235690CF}" srcId="{E398A200-4E62-4407-84E2-EBBD5C1F263E}" destId="{A07BBBE8-355C-4FEB-BD77-EEFB5802797D}" srcOrd="2" destOrd="0" parTransId="{218779F1-D653-4772-8F42-7945B6245693}" sibTransId="{860CE9B6-9D15-414D-9B73-38C64368512F}"/>
    <dgm:cxn modelId="{744148DA-15C0-46BB-968B-51C5F51DD5C1}" type="presParOf" srcId="{8582A49D-ED3A-4CEA-BCB7-3C53FB2CE0E0}" destId="{D1028603-FD10-47A1-B0E2-FC43F8C47E0A}" srcOrd="0" destOrd="0" presId="urn:microsoft.com/office/officeart/2005/8/layout/vProcess5"/>
    <dgm:cxn modelId="{A236F776-0B94-463A-AC0F-93B6012E479B}" type="presParOf" srcId="{8582A49D-ED3A-4CEA-BCB7-3C53FB2CE0E0}" destId="{8174D4BA-CDE2-47E5-97FD-A49B71234498}" srcOrd="1" destOrd="0" presId="urn:microsoft.com/office/officeart/2005/8/layout/vProcess5"/>
    <dgm:cxn modelId="{C7BC39B5-5D3F-4A2C-9B7C-E1A5C992234D}" type="presParOf" srcId="{8582A49D-ED3A-4CEA-BCB7-3C53FB2CE0E0}" destId="{481AE5E5-E782-4D6B-874E-13E352C8C165}" srcOrd="2" destOrd="0" presId="urn:microsoft.com/office/officeart/2005/8/layout/vProcess5"/>
    <dgm:cxn modelId="{A373ECEF-EEC2-4183-AB30-20759724483B}" type="presParOf" srcId="{8582A49D-ED3A-4CEA-BCB7-3C53FB2CE0E0}" destId="{F372EE25-8917-4F59-A63B-3EDFA09FD3EA}" srcOrd="3" destOrd="0" presId="urn:microsoft.com/office/officeart/2005/8/layout/vProcess5"/>
    <dgm:cxn modelId="{0E461264-0C41-497B-94FE-76E555414009}" type="presParOf" srcId="{8582A49D-ED3A-4CEA-BCB7-3C53FB2CE0E0}" destId="{23D7775A-8BA0-43EF-82E1-43EAFB25DA1B}" srcOrd="4" destOrd="0" presId="urn:microsoft.com/office/officeart/2005/8/layout/vProcess5"/>
    <dgm:cxn modelId="{FB5FCEF0-E3FC-496A-8EDD-FFDB5C063AF8}" type="presParOf" srcId="{8582A49D-ED3A-4CEA-BCB7-3C53FB2CE0E0}" destId="{678A23D1-CAE2-45C5-807F-A67FA1511BEC}" srcOrd="5" destOrd="0" presId="urn:microsoft.com/office/officeart/2005/8/layout/vProcess5"/>
    <dgm:cxn modelId="{9C7C8C41-FA94-4EA0-A54E-04F4F68B7C44}" type="presParOf" srcId="{8582A49D-ED3A-4CEA-BCB7-3C53FB2CE0E0}" destId="{E73CF276-11B4-4636-9FD1-9829F520C5A3}" srcOrd="6" destOrd="0" presId="urn:microsoft.com/office/officeart/2005/8/layout/vProcess5"/>
    <dgm:cxn modelId="{FD3CE65F-29CB-4878-8CDB-6DAC66666D58}" type="presParOf" srcId="{8582A49D-ED3A-4CEA-BCB7-3C53FB2CE0E0}" destId="{E631F139-AEB6-49BA-908F-037516536A6C}" srcOrd="7" destOrd="0" presId="urn:microsoft.com/office/officeart/2005/8/layout/vProcess5"/>
    <dgm:cxn modelId="{45A5049D-B5A0-4839-8CC2-7F48BB2AF68E}" type="presParOf" srcId="{8582A49D-ED3A-4CEA-BCB7-3C53FB2CE0E0}" destId="{6F98BCA5-66E3-4579-A40A-2BD2C0F0D7FE}"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79F4CA9-075C-4CA6-8525-748A7ACD75DA}"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314A79CB-59F7-42CF-A85B-0B3528691694}">
      <dgm:prSet/>
      <dgm:spPr/>
      <dgm:t>
        <a:bodyPr/>
        <a:lstStyle/>
        <a:p>
          <a:r>
            <a:rPr lang="en-GB" b="1"/>
            <a:t>Backend logic handled by Azure Functions or App Service.</a:t>
          </a:r>
          <a:endParaRPr lang="en-US"/>
        </a:p>
      </dgm:t>
    </dgm:pt>
    <dgm:pt modelId="{53C60451-172D-42C1-BEA7-5521C1BD9C60}" type="parTrans" cxnId="{818567C9-E5A6-4F18-A34E-DED9B8D6ACC4}">
      <dgm:prSet/>
      <dgm:spPr/>
      <dgm:t>
        <a:bodyPr/>
        <a:lstStyle/>
        <a:p>
          <a:endParaRPr lang="en-US"/>
        </a:p>
      </dgm:t>
    </dgm:pt>
    <dgm:pt modelId="{A5E92FE8-67DC-4931-8DB8-83A87712B65F}" type="sibTrans" cxnId="{818567C9-E5A6-4F18-A34E-DED9B8D6ACC4}">
      <dgm:prSet/>
      <dgm:spPr/>
      <dgm:t>
        <a:bodyPr/>
        <a:lstStyle/>
        <a:p>
          <a:endParaRPr lang="en-US"/>
        </a:p>
      </dgm:t>
    </dgm:pt>
    <dgm:pt modelId="{EE4BD219-FE9F-4C30-8A1B-A281EF701C7E}">
      <dgm:prSet/>
      <dgm:spPr/>
      <dgm:t>
        <a:bodyPr/>
        <a:lstStyle/>
        <a:p>
          <a:r>
            <a:rPr lang="en-GB" b="1"/>
            <a:t>Stateless, auto-scaling, reduces operational costs.</a:t>
          </a:r>
          <a:endParaRPr lang="en-US"/>
        </a:p>
      </dgm:t>
    </dgm:pt>
    <dgm:pt modelId="{82EEDAE6-0709-4464-BD59-F228ACABF882}" type="parTrans" cxnId="{BF6E9706-A51A-4A6F-BBBC-1028E0C77E73}">
      <dgm:prSet/>
      <dgm:spPr/>
      <dgm:t>
        <a:bodyPr/>
        <a:lstStyle/>
        <a:p>
          <a:endParaRPr lang="en-US"/>
        </a:p>
      </dgm:t>
    </dgm:pt>
    <dgm:pt modelId="{5748006F-016C-454F-998F-4337E9C108CA}" type="sibTrans" cxnId="{BF6E9706-A51A-4A6F-BBBC-1028E0C77E73}">
      <dgm:prSet/>
      <dgm:spPr/>
      <dgm:t>
        <a:bodyPr/>
        <a:lstStyle/>
        <a:p>
          <a:endParaRPr lang="en-US"/>
        </a:p>
      </dgm:t>
    </dgm:pt>
    <dgm:pt modelId="{62B55478-6E1B-46E3-815C-A93342F60407}" type="pres">
      <dgm:prSet presAssocID="{279F4CA9-075C-4CA6-8525-748A7ACD75DA}" presName="outerComposite" presStyleCnt="0">
        <dgm:presLayoutVars>
          <dgm:chMax val="5"/>
          <dgm:dir/>
          <dgm:resizeHandles val="exact"/>
        </dgm:presLayoutVars>
      </dgm:prSet>
      <dgm:spPr/>
    </dgm:pt>
    <dgm:pt modelId="{DC6982DF-01FA-433E-A6A0-5F9803309E20}" type="pres">
      <dgm:prSet presAssocID="{279F4CA9-075C-4CA6-8525-748A7ACD75DA}" presName="dummyMaxCanvas" presStyleCnt="0">
        <dgm:presLayoutVars/>
      </dgm:prSet>
      <dgm:spPr/>
    </dgm:pt>
    <dgm:pt modelId="{57215CBE-87EF-447C-BBB0-C7542284B94E}" type="pres">
      <dgm:prSet presAssocID="{279F4CA9-075C-4CA6-8525-748A7ACD75DA}" presName="TwoNodes_1" presStyleLbl="node1" presStyleIdx="0" presStyleCnt="2">
        <dgm:presLayoutVars>
          <dgm:bulletEnabled val="1"/>
        </dgm:presLayoutVars>
      </dgm:prSet>
      <dgm:spPr/>
    </dgm:pt>
    <dgm:pt modelId="{F8216093-CF1C-47EE-8C84-6623E17C9738}" type="pres">
      <dgm:prSet presAssocID="{279F4CA9-075C-4CA6-8525-748A7ACD75DA}" presName="TwoNodes_2" presStyleLbl="node1" presStyleIdx="1" presStyleCnt="2">
        <dgm:presLayoutVars>
          <dgm:bulletEnabled val="1"/>
        </dgm:presLayoutVars>
      </dgm:prSet>
      <dgm:spPr/>
    </dgm:pt>
    <dgm:pt modelId="{6286C012-71EF-4DA3-A0A9-AD8A0079FC1A}" type="pres">
      <dgm:prSet presAssocID="{279F4CA9-075C-4CA6-8525-748A7ACD75DA}" presName="TwoConn_1-2" presStyleLbl="fgAccFollowNode1" presStyleIdx="0" presStyleCnt="1">
        <dgm:presLayoutVars>
          <dgm:bulletEnabled val="1"/>
        </dgm:presLayoutVars>
      </dgm:prSet>
      <dgm:spPr/>
    </dgm:pt>
    <dgm:pt modelId="{66A749F3-28BE-4465-A125-E75CBDE85EAE}" type="pres">
      <dgm:prSet presAssocID="{279F4CA9-075C-4CA6-8525-748A7ACD75DA}" presName="TwoNodes_1_text" presStyleLbl="node1" presStyleIdx="1" presStyleCnt="2">
        <dgm:presLayoutVars>
          <dgm:bulletEnabled val="1"/>
        </dgm:presLayoutVars>
      </dgm:prSet>
      <dgm:spPr/>
    </dgm:pt>
    <dgm:pt modelId="{1C6AC467-2CB3-4EBF-98F8-F85BD671E558}" type="pres">
      <dgm:prSet presAssocID="{279F4CA9-075C-4CA6-8525-748A7ACD75DA}" presName="TwoNodes_2_text" presStyleLbl="node1" presStyleIdx="1" presStyleCnt="2">
        <dgm:presLayoutVars>
          <dgm:bulletEnabled val="1"/>
        </dgm:presLayoutVars>
      </dgm:prSet>
      <dgm:spPr/>
    </dgm:pt>
  </dgm:ptLst>
  <dgm:cxnLst>
    <dgm:cxn modelId="{BF6E9706-A51A-4A6F-BBBC-1028E0C77E73}" srcId="{279F4CA9-075C-4CA6-8525-748A7ACD75DA}" destId="{EE4BD219-FE9F-4C30-8A1B-A281EF701C7E}" srcOrd="1" destOrd="0" parTransId="{82EEDAE6-0709-4464-BD59-F228ACABF882}" sibTransId="{5748006F-016C-454F-998F-4337E9C108CA}"/>
    <dgm:cxn modelId="{906AEC4D-45A0-456B-AC23-F3C45C08E4DA}" type="presOf" srcId="{EE4BD219-FE9F-4C30-8A1B-A281EF701C7E}" destId="{1C6AC467-2CB3-4EBF-98F8-F85BD671E558}" srcOrd="1" destOrd="0" presId="urn:microsoft.com/office/officeart/2005/8/layout/vProcess5"/>
    <dgm:cxn modelId="{58CC8A54-DB12-4934-8C05-5DC3E7935AB2}" type="presOf" srcId="{314A79CB-59F7-42CF-A85B-0B3528691694}" destId="{66A749F3-28BE-4465-A125-E75CBDE85EAE}" srcOrd="1" destOrd="0" presId="urn:microsoft.com/office/officeart/2005/8/layout/vProcess5"/>
    <dgm:cxn modelId="{A7ACD181-85D5-4056-AB7B-A5363F238546}" type="presOf" srcId="{314A79CB-59F7-42CF-A85B-0B3528691694}" destId="{57215CBE-87EF-447C-BBB0-C7542284B94E}" srcOrd="0" destOrd="0" presId="urn:microsoft.com/office/officeart/2005/8/layout/vProcess5"/>
    <dgm:cxn modelId="{AD2070AB-50D8-4674-912A-BBE166D535BB}" type="presOf" srcId="{A5E92FE8-67DC-4931-8DB8-83A87712B65F}" destId="{6286C012-71EF-4DA3-A0A9-AD8A0079FC1A}" srcOrd="0" destOrd="0" presId="urn:microsoft.com/office/officeart/2005/8/layout/vProcess5"/>
    <dgm:cxn modelId="{818567C9-E5A6-4F18-A34E-DED9B8D6ACC4}" srcId="{279F4CA9-075C-4CA6-8525-748A7ACD75DA}" destId="{314A79CB-59F7-42CF-A85B-0B3528691694}" srcOrd="0" destOrd="0" parTransId="{53C60451-172D-42C1-BEA7-5521C1BD9C60}" sibTransId="{A5E92FE8-67DC-4931-8DB8-83A87712B65F}"/>
    <dgm:cxn modelId="{B8284BCB-D064-42A0-B4C4-39491E7791A5}" type="presOf" srcId="{EE4BD219-FE9F-4C30-8A1B-A281EF701C7E}" destId="{F8216093-CF1C-47EE-8C84-6623E17C9738}" srcOrd="0" destOrd="0" presId="urn:microsoft.com/office/officeart/2005/8/layout/vProcess5"/>
    <dgm:cxn modelId="{F14F62D9-335C-407C-AFE4-379B0C76C97A}" type="presOf" srcId="{279F4CA9-075C-4CA6-8525-748A7ACD75DA}" destId="{62B55478-6E1B-46E3-815C-A93342F60407}" srcOrd="0" destOrd="0" presId="urn:microsoft.com/office/officeart/2005/8/layout/vProcess5"/>
    <dgm:cxn modelId="{E1305017-C1AB-4648-AB04-5D28C7A6913D}" type="presParOf" srcId="{62B55478-6E1B-46E3-815C-A93342F60407}" destId="{DC6982DF-01FA-433E-A6A0-5F9803309E20}" srcOrd="0" destOrd="0" presId="urn:microsoft.com/office/officeart/2005/8/layout/vProcess5"/>
    <dgm:cxn modelId="{4EA94EE5-1140-4683-B3EC-11E01EC7746E}" type="presParOf" srcId="{62B55478-6E1B-46E3-815C-A93342F60407}" destId="{57215CBE-87EF-447C-BBB0-C7542284B94E}" srcOrd="1" destOrd="0" presId="urn:microsoft.com/office/officeart/2005/8/layout/vProcess5"/>
    <dgm:cxn modelId="{E5CD495C-D0FE-45FA-AD81-D3DEE0F4C998}" type="presParOf" srcId="{62B55478-6E1B-46E3-815C-A93342F60407}" destId="{F8216093-CF1C-47EE-8C84-6623E17C9738}" srcOrd="2" destOrd="0" presId="urn:microsoft.com/office/officeart/2005/8/layout/vProcess5"/>
    <dgm:cxn modelId="{C10EEF51-7B26-4822-930B-E780D976E22D}" type="presParOf" srcId="{62B55478-6E1B-46E3-815C-A93342F60407}" destId="{6286C012-71EF-4DA3-A0A9-AD8A0079FC1A}" srcOrd="3" destOrd="0" presId="urn:microsoft.com/office/officeart/2005/8/layout/vProcess5"/>
    <dgm:cxn modelId="{E538D792-0CE2-4784-89FF-EFFCE836EC77}" type="presParOf" srcId="{62B55478-6E1B-46E3-815C-A93342F60407}" destId="{66A749F3-28BE-4465-A125-E75CBDE85EAE}" srcOrd="4" destOrd="0" presId="urn:microsoft.com/office/officeart/2005/8/layout/vProcess5"/>
    <dgm:cxn modelId="{6ECD7F97-1954-4344-8D4E-A79D1D425D2A}" type="presParOf" srcId="{62B55478-6E1B-46E3-815C-A93342F60407}" destId="{1C6AC467-2CB3-4EBF-98F8-F85BD671E558}"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E9406BC-A448-41D5-8F5E-464446CA8A78}"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BD588631-23A2-4A48-ABF8-153AF79D98D6}">
      <dgm:prSet/>
      <dgm:spPr/>
      <dgm:t>
        <a:bodyPr/>
        <a:lstStyle/>
        <a:p>
          <a:r>
            <a:rPr lang="en-GB"/>
            <a:t>Azure Blob Storage for media: scalable, secure, lifecycle policies.</a:t>
          </a:r>
          <a:endParaRPr lang="en-US"/>
        </a:p>
      </dgm:t>
    </dgm:pt>
    <dgm:pt modelId="{E3F17823-15B6-4466-8ED9-F2FC59426FB9}" type="parTrans" cxnId="{92597362-377F-4598-9F12-E7F23E74A496}">
      <dgm:prSet/>
      <dgm:spPr/>
      <dgm:t>
        <a:bodyPr/>
        <a:lstStyle/>
        <a:p>
          <a:endParaRPr lang="en-US"/>
        </a:p>
      </dgm:t>
    </dgm:pt>
    <dgm:pt modelId="{BD94C4C4-C834-4321-A92E-653EB9F0884E}" type="sibTrans" cxnId="{92597362-377F-4598-9F12-E7F23E74A496}">
      <dgm:prSet/>
      <dgm:spPr/>
      <dgm:t>
        <a:bodyPr/>
        <a:lstStyle/>
        <a:p>
          <a:endParaRPr lang="en-US"/>
        </a:p>
      </dgm:t>
    </dgm:pt>
    <dgm:pt modelId="{684A9299-4DB2-49F2-B858-4A2DED3BC0B9}">
      <dgm:prSet/>
      <dgm:spPr/>
      <dgm:t>
        <a:bodyPr/>
        <a:lstStyle/>
        <a:p>
          <a:r>
            <a:rPr lang="en-GB"/>
            <a:t>Optional: Azure CDN for faster delivery.</a:t>
          </a:r>
          <a:endParaRPr lang="en-US"/>
        </a:p>
      </dgm:t>
    </dgm:pt>
    <dgm:pt modelId="{1F93ECD9-19B7-42D1-874C-F7E8B436B42D}" type="parTrans" cxnId="{6AA1970E-E82A-41DB-B046-09F158EC8FA3}">
      <dgm:prSet/>
      <dgm:spPr/>
      <dgm:t>
        <a:bodyPr/>
        <a:lstStyle/>
        <a:p>
          <a:endParaRPr lang="en-US"/>
        </a:p>
      </dgm:t>
    </dgm:pt>
    <dgm:pt modelId="{DD7D5308-7448-4635-B8CA-44E12AAE9E7A}" type="sibTrans" cxnId="{6AA1970E-E82A-41DB-B046-09F158EC8FA3}">
      <dgm:prSet/>
      <dgm:spPr/>
      <dgm:t>
        <a:bodyPr/>
        <a:lstStyle/>
        <a:p>
          <a:endParaRPr lang="en-US"/>
        </a:p>
      </dgm:t>
    </dgm:pt>
    <dgm:pt modelId="{39CAC080-97CC-4A2D-B780-235B06351666}" type="pres">
      <dgm:prSet presAssocID="{1E9406BC-A448-41D5-8F5E-464446CA8A78}" presName="outerComposite" presStyleCnt="0">
        <dgm:presLayoutVars>
          <dgm:chMax val="5"/>
          <dgm:dir/>
          <dgm:resizeHandles val="exact"/>
        </dgm:presLayoutVars>
      </dgm:prSet>
      <dgm:spPr/>
    </dgm:pt>
    <dgm:pt modelId="{EBD230CC-7DD2-483F-AAF9-88D877CDFEAD}" type="pres">
      <dgm:prSet presAssocID="{1E9406BC-A448-41D5-8F5E-464446CA8A78}" presName="dummyMaxCanvas" presStyleCnt="0">
        <dgm:presLayoutVars/>
      </dgm:prSet>
      <dgm:spPr/>
    </dgm:pt>
    <dgm:pt modelId="{F9DF6235-C50E-45B1-BEB3-D110F230DA63}" type="pres">
      <dgm:prSet presAssocID="{1E9406BC-A448-41D5-8F5E-464446CA8A78}" presName="TwoNodes_1" presStyleLbl="node1" presStyleIdx="0" presStyleCnt="2">
        <dgm:presLayoutVars>
          <dgm:bulletEnabled val="1"/>
        </dgm:presLayoutVars>
      </dgm:prSet>
      <dgm:spPr/>
    </dgm:pt>
    <dgm:pt modelId="{BEA6F1F5-EA33-4E8D-AC7F-953B4519544C}" type="pres">
      <dgm:prSet presAssocID="{1E9406BC-A448-41D5-8F5E-464446CA8A78}" presName="TwoNodes_2" presStyleLbl="node1" presStyleIdx="1" presStyleCnt="2">
        <dgm:presLayoutVars>
          <dgm:bulletEnabled val="1"/>
        </dgm:presLayoutVars>
      </dgm:prSet>
      <dgm:spPr/>
    </dgm:pt>
    <dgm:pt modelId="{5754B44A-C2E3-4AF3-8B87-595B99FA31DE}" type="pres">
      <dgm:prSet presAssocID="{1E9406BC-A448-41D5-8F5E-464446CA8A78}" presName="TwoConn_1-2" presStyleLbl="fgAccFollowNode1" presStyleIdx="0" presStyleCnt="1">
        <dgm:presLayoutVars>
          <dgm:bulletEnabled val="1"/>
        </dgm:presLayoutVars>
      </dgm:prSet>
      <dgm:spPr/>
    </dgm:pt>
    <dgm:pt modelId="{971CF307-CC83-4003-BC46-9DDEA014E52A}" type="pres">
      <dgm:prSet presAssocID="{1E9406BC-A448-41D5-8F5E-464446CA8A78}" presName="TwoNodes_1_text" presStyleLbl="node1" presStyleIdx="1" presStyleCnt="2">
        <dgm:presLayoutVars>
          <dgm:bulletEnabled val="1"/>
        </dgm:presLayoutVars>
      </dgm:prSet>
      <dgm:spPr/>
    </dgm:pt>
    <dgm:pt modelId="{C9299F9F-9B8F-46EF-BC7D-1901B2BE3581}" type="pres">
      <dgm:prSet presAssocID="{1E9406BC-A448-41D5-8F5E-464446CA8A78}" presName="TwoNodes_2_text" presStyleLbl="node1" presStyleIdx="1" presStyleCnt="2">
        <dgm:presLayoutVars>
          <dgm:bulletEnabled val="1"/>
        </dgm:presLayoutVars>
      </dgm:prSet>
      <dgm:spPr/>
    </dgm:pt>
  </dgm:ptLst>
  <dgm:cxnLst>
    <dgm:cxn modelId="{6AA1970E-E82A-41DB-B046-09F158EC8FA3}" srcId="{1E9406BC-A448-41D5-8F5E-464446CA8A78}" destId="{684A9299-4DB2-49F2-B858-4A2DED3BC0B9}" srcOrd="1" destOrd="0" parTransId="{1F93ECD9-19B7-42D1-874C-F7E8B436B42D}" sibTransId="{DD7D5308-7448-4635-B8CA-44E12AAE9E7A}"/>
    <dgm:cxn modelId="{B84BBB3E-0758-4650-8190-73FA1AEE59A5}" type="presOf" srcId="{BD588631-23A2-4A48-ABF8-153AF79D98D6}" destId="{971CF307-CC83-4003-BC46-9DDEA014E52A}" srcOrd="1" destOrd="0" presId="urn:microsoft.com/office/officeart/2005/8/layout/vProcess5"/>
    <dgm:cxn modelId="{31985C5E-CE48-4753-8A6C-AC20B060B109}" type="presOf" srcId="{684A9299-4DB2-49F2-B858-4A2DED3BC0B9}" destId="{C9299F9F-9B8F-46EF-BC7D-1901B2BE3581}" srcOrd="1" destOrd="0" presId="urn:microsoft.com/office/officeart/2005/8/layout/vProcess5"/>
    <dgm:cxn modelId="{92597362-377F-4598-9F12-E7F23E74A496}" srcId="{1E9406BC-A448-41D5-8F5E-464446CA8A78}" destId="{BD588631-23A2-4A48-ABF8-153AF79D98D6}" srcOrd="0" destOrd="0" parTransId="{E3F17823-15B6-4466-8ED9-F2FC59426FB9}" sibTransId="{BD94C4C4-C834-4321-A92E-653EB9F0884E}"/>
    <dgm:cxn modelId="{2E22B76B-391E-43F0-8F75-CA5A8BBE9D00}" type="presOf" srcId="{BD94C4C4-C834-4321-A92E-653EB9F0884E}" destId="{5754B44A-C2E3-4AF3-8B87-595B99FA31DE}" srcOrd="0" destOrd="0" presId="urn:microsoft.com/office/officeart/2005/8/layout/vProcess5"/>
    <dgm:cxn modelId="{7985B16E-907B-4D38-B5F7-7B0B744FB547}" type="presOf" srcId="{1E9406BC-A448-41D5-8F5E-464446CA8A78}" destId="{39CAC080-97CC-4A2D-B780-235B06351666}" srcOrd="0" destOrd="0" presId="urn:microsoft.com/office/officeart/2005/8/layout/vProcess5"/>
    <dgm:cxn modelId="{AC142C75-5197-4DCB-8168-249A9E08A82A}" type="presOf" srcId="{684A9299-4DB2-49F2-B858-4A2DED3BC0B9}" destId="{BEA6F1F5-EA33-4E8D-AC7F-953B4519544C}" srcOrd="0" destOrd="0" presId="urn:microsoft.com/office/officeart/2005/8/layout/vProcess5"/>
    <dgm:cxn modelId="{D15ED9BE-DFFC-4AAF-A089-9B68BE7F8216}" type="presOf" srcId="{BD588631-23A2-4A48-ABF8-153AF79D98D6}" destId="{F9DF6235-C50E-45B1-BEB3-D110F230DA63}" srcOrd="0" destOrd="0" presId="urn:microsoft.com/office/officeart/2005/8/layout/vProcess5"/>
    <dgm:cxn modelId="{F2A0455E-E4E2-46CA-A1BC-2735AF5F3009}" type="presParOf" srcId="{39CAC080-97CC-4A2D-B780-235B06351666}" destId="{EBD230CC-7DD2-483F-AAF9-88D877CDFEAD}" srcOrd="0" destOrd="0" presId="urn:microsoft.com/office/officeart/2005/8/layout/vProcess5"/>
    <dgm:cxn modelId="{3AEDD813-478A-45F5-9340-CAF2DDFE140B}" type="presParOf" srcId="{39CAC080-97CC-4A2D-B780-235B06351666}" destId="{F9DF6235-C50E-45B1-BEB3-D110F230DA63}" srcOrd="1" destOrd="0" presId="urn:microsoft.com/office/officeart/2005/8/layout/vProcess5"/>
    <dgm:cxn modelId="{C9469DBB-B994-4DF0-9627-01BB06CE92AD}" type="presParOf" srcId="{39CAC080-97CC-4A2D-B780-235B06351666}" destId="{BEA6F1F5-EA33-4E8D-AC7F-953B4519544C}" srcOrd="2" destOrd="0" presId="urn:microsoft.com/office/officeart/2005/8/layout/vProcess5"/>
    <dgm:cxn modelId="{2E626535-9EB2-42BF-A0AD-7B58E16F1E9C}" type="presParOf" srcId="{39CAC080-97CC-4A2D-B780-235B06351666}" destId="{5754B44A-C2E3-4AF3-8B87-595B99FA31DE}" srcOrd="3" destOrd="0" presId="urn:microsoft.com/office/officeart/2005/8/layout/vProcess5"/>
    <dgm:cxn modelId="{84C9FAF1-4F1E-4E96-8CA8-44448EC40F52}" type="presParOf" srcId="{39CAC080-97CC-4A2D-B780-235B06351666}" destId="{971CF307-CC83-4003-BC46-9DDEA014E52A}" srcOrd="4" destOrd="0" presId="urn:microsoft.com/office/officeart/2005/8/layout/vProcess5"/>
    <dgm:cxn modelId="{6A508035-8C9B-43BC-AD54-01957DE1537D}" type="presParOf" srcId="{39CAC080-97CC-4A2D-B780-235B06351666}" destId="{C9299F9F-9B8F-46EF-BC7D-1901B2BE3581}"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1CB584D-0BE8-486A-B24E-8185B9ED9A9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67D28D8-DF35-47C9-975B-D0B7EACC1243}">
      <dgm:prSet/>
      <dgm:spPr/>
      <dgm:t>
        <a:bodyPr/>
        <a:lstStyle/>
        <a:p>
          <a:pPr>
            <a:lnSpc>
              <a:spcPct val="100000"/>
            </a:lnSpc>
            <a:defRPr cap="all"/>
          </a:pPr>
          <a:r>
            <a:rPr lang="en-GB"/>
            <a:t>Relational: Azure SQL → Users, MediaFiles, UploadLogs</a:t>
          </a:r>
          <a:endParaRPr lang="en-US"/>
        </a:p>
      </dgm:t>
    </dgm:pt>
    <dgm:pt modelId="{F249DD24-66E5-4470-9707-B50DCEEE7593}" type="parTrans" cxnId="{855E775D-9CAB-4207-A3AC-CA3A31CF7F3C}">
      <dgm:prSet/>
      <dgm:spPr/>
      <dgm:t>
        <a:bodyPr/>
        <a:lstStyle/>
        <a:p>
          <a:endParaRPr lang="en-US"/>
        </a:p>
      </dgm:t>
    </dgm:pt>
    <dgm:pt modelId="{69E14F1F-F909-4ADA-80D8-16B607A13400}" type="sibTrans" cxnId="{855E775D-9CAB-4207-A3AC-CA3A31CF7F3C}">
      <dgm:prSet/>
      <dgm:spPr/>
      <dgm:t>
        <a:bodyPr/>
        <a:lstStyle/>
        <a:p>
          <a:endParaRPr lang="en-US"/>
        </a:p>
      </dgm:t>
    </dgm:pt>
    <dgm:pt modelId="{4C174B06-CE9D-43EC-8AC3-949D47123A3E}">
      <dgm:prSet/>
      <dgm:spPr/>
      <dgm:t>
        <a:bodyPr/>
        <a:lstStyle/>
        <a:p>
          <a:pPr>
            <a:lnSpc>
              <a:spcPct val="100000"/>
            </a:lnSpc>
            <a:defRPr cap="all"/>
          </a:pPr>
          <a:r>
            <a:rPr lang="en-GB"/>
            <a:t>NoSQL: Cosmos DB → JSON structure</a:t>
          </a:r>
          <a:endParaRPr lang="en-US"/>
        </a:p>
      </dgm:t>
    </dgm:pt>
    <dgm:pt modelId="{A7DCEF17-C0ED-4547-B8E7-FE292DE26BC9}" type="parTrans" cxnId="{02B13BC1-5AC6-4842-8C9B-E5E5B71A9A16}">
      <dgm:prSet/>
      <dgm:spPr/>
      <dgm:t>
        <a:bodyPr/>
        <a:lstStyle/>
        <a:p>
          <a:endParaRPr lang="en-US"/>
        </a:p>
      </dgm:t>
    </dgm:pt>
    <dgm:pt modelId="{FEC8F22F-2976-4F28-A1B6-973A3AE17C6C}" type="sibTrans" cxnId="{02B13BC1-5AC6-4842-8C9B-E5E5B71A9A16}">
      <dgm:prSet/>
      <dgm:spPr/>
      <dgm:t>
        <a:bodyPr/>
        <a:lstStyle/>
        <a:p>
          <a:endParaRPr lang="en-US"/>
        </a:p>
      </dgm:t>
    </dgm:pt>
    <dgm:pt modelId="{25FA23F4-450B-43B3-9B79-91B8EAD06438}">
      <dgm:prSet/>
      <dgm:spPr/>
      <dgm:t>
        <a:bodyPr/>
        <a:lstStyle/>
        <a:p>
          <a:pPr>
            <a:lnSpc>
              <a:spcPct val="100000"/>
            </a:lnSpc>
            <a:defRPr cap="all"/>
          </a:pPr>
          <a:r>
            <a:rPr lang="en-GB"/>
            <a:t>Metadata stored for users and media</a:t>
          </a:r>
          <a:endParaRPr lang="en-US"/>
        </a:p>
      </dgm:t>
    </dgm:pt>
    <dgm:pt modelId="{3B70C957-BBFF-4A6D-B93B-6B32CA53339D}" type="parTrans" cxnId="{A7CBD95D-F7C0-4EF5-9387-099F2398EB2A}">
      <dgm:prSet/>
      <dgm:spPr/>
      <dgm:t>
        <a:bodyPr/>
        <a:lstStyle/>
        <a:p>
          <a:endParaRPr lang="en-US"/>
        </a:p>
      </dgm:t>
    </dgm:pt>
    <dgm:pt modelId="{08F80B2D-2470-41CE-852E-0ED7E0624CB5}" type="sibTrans" cxnId="{A7CBD95D-F7C0-4EF5-9387-099F2398EB2A}">
      <dgm:prSet/>
      <dgm:spPr/>
      <dgm:t>
        <a:bodyPr/>
        <a:lstStyle/>
        <a:p>
          <a:endParaRPr lang="en-US"/>
        </a:p>
      </dgm:t>
    </dgm:pt>
    <dgm:pt modelId="{EF97BD8F-68D9-4BAC-81AB-617A076555D0}">
      <dgm:prSet/>
      <dgm:spPr/>
      <dgm:t>
        <a:bodyPr/>
        <a:lstStyle/>
        <a:p>
          <a:pPr>
            <a:lnSpc>
              <a:spcPct val="100000"/>
            </a:lnSpc>
            <a:defRPr cap="all"/>
          </a:pPr>
          <a:r>
            <a:rPr lang="en-GB"/>
            <a:t>Table examples included in slide notes</a:t>
          </a:r>
          <a:endParaRPr lang="en-US"/>
        </a:p>
      </dgm:t>
    </dgm:pt>
    <dgm:pt modelId="{559861A1-C347-45F8-A006-391C24240E87}" type="parTrans" cxnId="{D8100F41-D397-452B-A693-5F11B3EC371D}">
      <dgm:prSet/>
      <dgm:spPr/>
      <dgm:t>
        <a:bodyPr/>
        <a:lstStyle/>
        <a:p>
          <a:endParaRPr lang="en-US"/>
        </a:p>
      </dgm:t>
    </dgm:pt>
    <dgm:pt modelId="{216A208D-1196-4416-8FAB-1050FE3866D8}" type="sibTrans" cxnId="{D8100F41-D397-452B-A693-5F11B3EC371D}">
      <dgm:prSet/>
      <dgm:spPr/>
      <dgm:t>
        <a:bodyPr/>
        <a:lstStyle/>
        <a:p>
          <a:endParaRPr lang="en-US"/>
        </a:p>
      </dgm:t>
    </dgm:pt>
    <dgm:pt modelId="{2BA19FA1-8248-4B93-971F-2B279701302F}" type="pres">
      <dgm:prSet presAssocID="{B1CB584D-0BE8-486A-B24E-8185B9ED9A9B}" presName="root" presStyleCnt="0">
        <dgm:presLayoutVars>
          <dgm:dir/>
          <dgm:resizeHandles val="exact"/>
        </dgm:presLayoutVars>
      </dgm:prSet>
      <dgm:spPr/>
    </dgm:pt>
    <dgm:pt modelId="{7B3CBC4C-0753-4A38-91B9-596E7202321F}" type="pres">
      <dgm:prSet presAssocID="{067D28D8-DF35-47C9-975B-D0B7EACC1243}" presName="compNode" presStyleCnt="0"/>
      <dgm:spPr/>
    </dgm:pt>
    <dgm:pt modelId="{14E0B9AD-2D30-463F-B2CA-E53D1402CBAD}" type="pres">
      <dgm:prSet presAssocID="{067D28D8-DF35-47C9-975B-D0B7EACC1243}" presName="iconBgRect" presStyleLbl="bgShp" presStyleIdx="0" presStyleCnt="4"/>
      <dgm:spPr>
        <a:prstGeom prst="round2DiagRect">
          <a:avLst>
            <a:gd name="adj1" fmla="val 29727"/>
            <a:gd name="adj2" fmla="val 0"/>
          </a:avLst>
        </a:prstGeom>
      </dgm:spPr>
    </dgm:pt>
    <dgm:pt modelId="{F241F383-FAE8-41E1-911A-4944A5B514EF}" type="pres">
      <dgm:prSet presAssocID="{067D28D8-DF35-47C9-975B-D0B7EACC124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0D1F6989-B751-4E01-B1F3-84870FF5DDED}" type="pres">
      <dgm:prSet presAssocID="{067D28D8-DF35-47C9-975B-D0B7EACC1243}" presName="spaceRect" presStyleCnt="0"/>
      <dgm:spPr/>
    </dgm:pt>
    <dgm:pt modelId="{3FD29D3C-D2B1-4EE5-B5F8-5B3D130916D9}" type="pres">
      <dgm:prSet presAssocID="{067D28D8-DF35-47C9-975B-D0B7EACC1243}" presName="textRect" presStyleLbl="revTx" presStyleIdx="0" presStyleCnt="4">
        <dgm:presLayoutVars>
          <dgm:chMax val="1"/>
          <dgm:chPref val="1"/>
        </dgm:presLayoutVars>
      </dgm:prSet>
      <dgm:spPr/>
    </dgm:pt>
    <dgm:pt modelId="{EB632AF9-0C84-487F-9106-D9CC454C0E8F}" type="pres">
      <dgm:prSet presAssocID="{69E14F1F-F909-4ADA-80D8-16B607A13400}" presName="sibTrans" presStyleCnt="0"/>
      <dgm:spPr/>
    </dgm:pt>
    <dgm:pt modelId="{36B78404-A37F-4DEB-BC21-E6488BA11740}" type="pres">
      <dgm:prSet presAssocID="{4C174B06-CE9D-43EC-8AC3-949D47123A3E}" presName="compNode" presStyleCnt="0"/>
      <dgm:spPr/>
    </dgm:pt>
    <dgm:pt modelId="{CC498DA8-8CD1-4300-9F7C-3E760305A6C1}" type="pres">
      <dgm:prSet presAssocID="{4C174B06-CE9D-43EC-8AC3-949D47123A3E}" presName="iconBgRect" presStyleLbl="bgShp" presStyleIdx="1" presStyleCnt="4"/>
      <dgm:spPr>
        <a:prstGeom prst="round2DiagRect">
          <a:avLst>
            <a:gd name="adj1" fmla="val 29727"/>
            <a:gd name="adj2" fmla="val 0"/>
          </a:avLst>
        </a:prstGeom>
      </dgm:spPr>
    </dgm:pt>
    <dgm:pt modelId="{B9B0CD60-3B31-4092-9403-8BF57E22E7FB}" type="pres">
      <dgm:prSet presAssocID="{4C174B06-CE9D-43EC-8AC3-949D47123A3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E5C959AD-A7D6-4444-8435-B488DCB3E143}" type="pres">
      <dgm:prSet presAssocID="{4C174B06-CE9D-43EC-8AC3-949D47123A3E}" presName="spaceRect" presStyleCnt="0"/>
      <dgm:spPr/>
    </dgm:pt>
    <dgm:pt modelId="{C6971ADD-685F-4515-B390-201665BDBBCA}" type="pres">
      <dgm:prSet presAssocID="{4C174B06-CE9D-43EC-8AC3-949D47123A3E}" presName="textRect" presStyleLbl="revTx" presStyleIdx="1" presStyleCnt="4">
        <dgm:presLayoutVars>
          <dgm:chMax val="1"/>
          <dgm:chPref val="1"/>
        </dgm:presLayoutVars>
      </dgm:prSet>
      <dgm:spPr/>
    </dgm:pt>
    <dgm:pt modelId="{825ED2D5-FADD-4EC2-825D-8A817D713D94}" type="pres">
      <dgm:prSet presAssocID="{FEC8F22F-2976-4F28-A1B6-973A3AE17C6C}" presName="sibTrans" presStyleCnt="0"/>
      <dgm:spPr/>
    </dgm:pt>
    <dgm:pt modelId="{6150E528-A9E1-4F10-98CE-A734C714E04C}" type="pres">
      <dgm:prSet presAssocID="{25FA23F4-450B-43B3-9B79-91B8EAD06438}" presName="compNode" presStyleCnt="0"/>
      <dgm:spPr/>
    </dgm:pt>
    <dgm:pt modelId="{09BD5103-7AF8-4A26-9A34-08D1E16C46A0}" type="pres">
      <dgm:prSet presAssocID="{25FA23F4-450B-43B3-9B79-91B8EAD06438}" presName="iconBgRect" presStyleLbl="bgShp" presStyleIdx="2" presStyleCnt="4"/>
      <dgm:spPr>
        <a:prstGeom prst="round2DiagRect">
          <a:avLst>
            <a:gd name="adj1" fmla="val 29727"/>
            <a:gd name="adj2" fmla="val 0"/>
          </a:avLst>
        </a:prstGeom>
      </dgm:spPr>
    </dgm:pt>
    <dgm:pt modelId="{BC0D56DC-F335-4B5E-BFDA-AF2384789FDD}" type="pres">
      <dgm:prSet presAssocID="{25FA23F4-450B-43B3-9B79-91B8EAD0643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wspaper"/>
        </a:ext>
      </dgm:extLst>
    </dgm:pt>
    <dgm:pt modelId="{A9F4DB1B-99AC-4EAC-952F-FE278C7FBDE4}" type="pres">
      <dgm:prSet presAssocID="{25FA23F4-450B-43B3-9B79-91B8EAD06438}" presName="spaceRect" presStyleCnt="0"/>
      <dgm:spPr/>
    </dgm:pt>
    <dgm:pt modelId="{19CC9800-5190-4C21-98CE-628021E725B6}" type="pres">
      <dgm:prSet presAssocID="{25FA23F4-450B-43B3-9B79-91B8EAD06438}" presName="textRect" presStyleLbl="revTx" presStyleIdx="2" presStyleCnt="4">
        <dgm:presLayoutVars>
          <dgm:chMax val="1"/>
          <dgm:chPref val="1"/>
        </dgm:presLayoutVars>
      </dgm:prSet>
      <dgm:spPr/>
    </dgm:pt>
    <dgm:pt modelId="{769D712E-0CFD-465F-A694-A3FAB7FF76AF}" type="pres">
      <dgm:prSet presAssocID="{08F80B2D-2470-41CE-852E-0ED7E0624CB5}" presName="sibTrans" presStyleCnt="0"/>
      <dgm:spPr/>
    </dgm:pt>
    <dgm:pt modelId="{4BF53EEA-46C8-46B8-B22F-BFC28B24B466}" type="pres">
      <dgm:prSet presAssocID="{EF97BD8F-68D9-4BAC-81AB-617A076555D0}" presName="compNode" presStyleCnt="0"/>
      <dgm:spPr/>
    </dgm:pt>
    <dgm:pt modelId="{A8B1A451-6570-466D-B5A7-91E01AA2B198}" type="pres">
      <dgm:prSet presAssocID="{EF97BD8F-68D9-4BAC-81AB-617A076555D0}" presName="iconBgRect" presStyleLbl="bgShp" presStyleIdx="3" presStyleCnt="4"/>
      <dgm:spPr>
        <a:prstGeom prst="round2DiagRect">
          <a:avLst>
            <a:gd name="adj1" fmla="val 29727"/>
            <a:gd name="adj2" fmla="val 0"/>
          </a:avLst>
        </a:prstGeom>
      </dgm:spPr>
    </dgm:pt>
    <dgm:pt modelId="{BF684E56-7F78-4C6A-883B-585FA8FA058F}" type="pres">
      <dgm:prSet presAssocID="{EF97BD8F-68D9-4BAC-81AB-617A076555D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ick"/>
        </a:ext>
      </dgm:extLst>
    </dgm:pt>
    <dgm:pt modelId="{178F3CCC-7D67-48EA-B770-D9252417FA22}" type="pres">
      <dgm:prSet presAssocID="{EF97BD8F-68D9-4BAC-81AB-617A076555D0}" presName="spaceRect" presStyleCnt="0"/>
      <dgm:spPr/>
    </dgm:pt>
    <dgm:pt modelId="{821D9DE0-33C1-4D6D-A91F-0F437458E167}" type="pres">
      <dgm:prSet presAssocID="{EF97BD8F-68D9-4BAC-81AB-617A076555D0}" presName="textRect" presStyleLbl="revTx" presStyleIdx="3" presStyleCnt="4">
        <dgm:presLayoutVars>
          <dgm:chMax val="1"/>
          <dgm:chPref val="1"/>
        </dgm:presLayoutVars>
      </dgm:prSet>
      <dgm:spPr/>
    </dgm:pt>
  </dgm:ptLst>
  <dgm:cxnLst>
    <dgm:cxn modelId="{F27A3A09-6974-4A11-BF0E-AB54B89AE9C7}" type="presOf" srcId="{EF97BD8F-68D9-4BAC-81AB-617A076555D0}" destId="{821D9DE0-33C1-4D6D-A91F-0F437458E167}" srcOrd="0" destOrd="0" presId="urn:microsoft.com/office/officeart/2018/5/layout/IconLeafLabelList"/>
    <dgm:cxn modelId="{B4200E2E-D664-44B4-BFAD-B0A85764C241}" type="presOf" srcId="{25FA23F4-450B-43B3-9B79-91B8EAD06438}" destId="{19CC9800-5190-4C21-98CE-628021E725B6}" srcOrd="0" destOrd="0" presId="urn:microsoft.com/office/officeart/2018/5/layout/IconLeafLabelList"/>
    <dgm:cxn modelId="{855E775D-9CAB-4207-A3AC-CA3A31CF7F3C}" srcId="{B1CB584D-0BE8-486A-B24E-8185B9ED9A9B}" destId="{067D28D8-DF35-47C9-975B-D0B7EACC1243}" srcOrd="0" destOrd="0" parTransId="{F249DD24-66E5-4470-9707-B50DCEEE7593}" sibTransId="{69E14F1F-F909-4ADA-80D8-16B607A13400}"/>
    <dgm:cxn modelId="{A7CBD95D-F7C0-4EF5-9387-099F2398EB2A}" srcId="{B1CB584D-0BE8-486A-B24E-8185B9ED9A9B}" destId="{25FA23F4-450B-43B3-9B79-91B8EAD06438}" srcOrd="2" destOrd="0" parTransId="{3B70C957-BBFF-4A6D-B93B-6B32CA53339D}" sibTransId="{08F80B2D-2470-41CE-852E-0ED7E0624CB5}"/>
    <dgm:cxn modelId="{D8100F41-D397-452B-A693-5F11B3EC371D}" srcId="{B1CB584D-0BE8-486A-B24E-8185B9ED9A9B}" destId="{EF97BD8F-68D9-4BAC-81AB-617A076555D0}" srcOrd="3" destOrd="0" parTransId="{559861A1-C347-45F8-A006-391C24240E87}" sibTransId="{216A208D-1196-4416-8FAB-1050FE3866D8}"/>
    <dgm:cxn modelId="{334D40AA-58AC-41DC-9270-B0E7D911734C}" type="presOf" srcId="{4C174B06-CE9D-43EC-8AC3-949D47123A3E}" destId="{C6971ADD-685F-4515-B390-201665BDBBCA}" srcOrd="0" destOrd="0" presId="urn:microsoft.com/office/officeart/2018/5/layout/IconLeafLabelList"/>
    <dgm:cxn modelId="{FD89BEBF-E081-4BCB-ADAD-25F7B7DF8689}" type="presOf" srcId="{067D28D8-DF35-47C9-975B-D0B7EACC1243}" destId="{3FD29D3C-D2B1-4EE5-B5F8-5B3D130916D9}" srcOrd="0" destOrd="0" presId="urn:microsoft.com/office/officeart/2018/5/layout/IconLeafLabelList"/>
    <dgm:cxn modelId="{02B13BC1-5AC6-4842-8C9B-E5E5B71A9A16}" srcId="{B1CB584D-0BE8-486A-B24E-8185B9ED9A9B}" destId="{4C174B06-CE9D-43EC-8AC3-949D47123A3E}" srcOrd="1" destOrd="0" parTransId="{A7DCEF17-C0ED-4547-B8E7-FE292DE26BC9}" sibTransId="{FEC8F22F-2976-4F28-A1B6-973A3AE17C6C}"/>
    <dgm:cxn modelId="{49D123C6-08E1-486A-AB0B-28C9C4B22314}" type="presOf" srcId="{B1CB584D-0BE8-486A-B24E-8185B9ED9A9B}" destId="{2BA19FA1-8248-4B93-971F-2B279701302F}" srcOrd="0" destOrd="0" presId="urn:microsoft.com/office/officeart/2018/5/layout/IconLeafLabelList"/>
    <dgm:cxn modelId="{4556FD35-596F-4F89-9096-2F7ED6D612A3}" type="presParOf" srcId="{2BA19FA1-8248-4B93-971F-2B279701302F}" destId="{7B3CBC4C-0753-4A38-91B9-596E7202321F}" srcOrd="0" destOrd="0" presId="urn:microsoft.com/office/officeart/2018/5/layout/IconLeafLabelList"/>
    <dgm:cxn modelId="{E2FF1C7D-3A2E-43E6-A74F-3163185FDACA}" type="presParOf" srcId="{7B3CBC4C-0753-4A38-91B9-596E7202321F}" destId="{14E0B9AD-2D30-463F-B2CA-E53D1402CBAD}" srcOrd="0" destOrd="0" presId="urn:microsoft.com/office/officeart/2018/5/layout/IconLeafLabelList"/>
    <dgm:cxn modelId="{35AE53E9-02DE-497A-B559-D21A00A87D83}" type="presParOf" srcId="{7B3CBC4C-0753-4A38-91B9-596E7202321F}" destId="{F241F383-FAE8-41E1-911A-4944A5B514EF}" srcOrd="1" destOrd="0" presId="urn:microsoft.com/office/officeart/2018/5/layout/IconLeafLabelList"/>
    <dgm:cxn modelId="{91CE5879-7B52-4EC5-9DDE-241D81631467}" type="presParOf" srcId="{7B3CBC4C-0753-4A38-91B9-596E7202321F}" destId="{0D1F6989-B751-4E01-B1F3-84870FF5DDED}" srcOrd="2" destOrd="0" presId="urn:microsoft.com/office/officeart/2018/5/layout/IconLeafLabelList"/>
    <dgm:cxn modelId="{6D6D044A-2931-4430-8613-49E072B24F69}" type="presParOf" srcId="{7B3CBC4C-0753-4A38-91B9-596E7202321F}" destId="{3FD29D3C-D2B1-4EE5-B5F8-5B3D130916D9}" srcOrd="3" destOrd="0" presId="urn:microsoft.com/office/officeart/2018/5/layout/IconLeafLabelList"/>
    <dgm:cxn modelId="{F1F8739E-AF5D-4366-8BD8-DD74C66DD0FE}" type="presParOf" srcId="{2BA19FA1-8248-4B93-971F-2B279701302F}" destId="{EB632AF9-0C84-487F-9106-D9CC454C0E8F}" srcOrd="1" destOrd="0" presId="urn:microsoft.com/office/officeart/2018/5/layout/IconLeafLabelList"/>
    <dgm:cxn modelId="{6AD25020-FC2E-49DE-BFEA-C9CAF7B1E8F7}" type="presParOf" srcId="{2BA19FA1-8248-4B93-971F-2B279701302F}" destId="{36B78404-A37F-4DEB-BC21-E6488BA11740}" srcOrd="2" destOrd="0" presId="urn:microsoft.com/office/officeart/2018/5/layout/IconLeafLabelList"/>
    <dgm:cxn modelId="{F4CC37A9-7BBC-42EB-9CC3-9AD84FC6E426}" type="presParOf" srcId="{36B78404-A37F-4DEB-BC21-E6488BA11740}" destId="{CC498DA8-8CD1-4300-9F7C-3E760305A6C1}" srcOrd="0" destOrd="0" presId="urn:microsoft.com/office/officeart/2018/5/layout/IconLeafLabelList"/>
    <dgm:cxn modelId="{BDD65332-F61F-4EE3-89E8-CED18206A5A7}" type="presParOf" srcId="{36B78404-A37F-4DEB-BC21-E6488BA11740}" destId="{B9B0CD60-3B31-4092-9403-8BF57E22E7FB}" srcOrd="1" destOrd="0" presId="urn:microsoft.com/office/officeart/2018/5/layout/IconLeafLabelList"/>
    <dgm:cxn modelId="{B429D593-F448-4F1E-B9FA-7B87BA9C5E2B}" type="presParOf" srcId="{36B78404-A37F-4DEB-BC21-E6488BA11740}" destId="{E5C959AD-A7D6-4444-8435-B488DCB3E143}" srcOrd="2" destOrd="0" presId="urn:microsoft.com/office/officeart/2018/5/layout/IconLeafLabelList"/>
    <dgm:cxn modelId="{BDBBC53F-B9F4-4C69-84C1-3F3BC2369F48}" type="presParOf" srcId="{36B78404-A37F-4DEB-BC21-E6488BA11740}" destId="{C6971ADD-685F-4515-B390-201665BDBBCA}" srcOrd="3" destOrd="0" presId="urn:microsoft.com/office/officeart/2018/5/layout/IconLeafLabelList"/>
    <dgm:cxn modelId="{70883D1C-B1C3-4D60-9A74-E2B12A6BC104}" type="presParOf" srcId="{2BA19FA1-8248-4B93-971F-2B279701302F}" destId="{825ED2D5-FADD-4EC2-825D-8A817D713D94}" srcOrd="3" destOrd="0" presId="urn:microsoft.com/office/officeart/2018/5/layout/IconLeafLabelList"/>
    <dgm:cxn modelId="{436690E7-33F4-4378-86F3-E71C48B13629}" type="presParOf" srcId="{2BA19FA1-8248-4B93-971F-2B279701302F}" destId="{6150E528-A9E1-4F10-98CE-A734C714E04C}" srcOrd="4" destOrd="0" presId="urn:microsoft.com/office/officeart/2018/5/layout/IconLeafLabelList"/>
    <dgm:cxn modelId="{42EC0006-B0D7-42B8-A776-7572039063EF}" type="presParOf" srcId="{6150E528-A9E1-4F10-98CE-A734C714E04C}" destId="{09BD5103-7AF8-4A26-9A34-08D1E16C46A0}" srcOrd="0" destOrd="0" presId="urn:microsoft.com/office/officeart/2018/5/layout/IconLeafLabelList"/>
    <dgm:cxn modelId="{EE2152E8-C9B9-41E5-A69B-8733F7530941}" type="presParOf" srcId="{6150E528-A9E1-4F10-98CE-A734C714E04C}" destId="{BC0D56DC-F335-4B5E-BFDA-AF2384789FDD}" srcOrd="1" destOrd="0" presId="urn:microsoft.com/office/officeart/2018/5/layout/IconLeafLabelList"/>
    <dgm:cxn modelId="{A98ED66D-13F3-4D81-A1A1-4BD87B34CA8C}" type="presParOf" srcId="{6150E528-A9E1-4F10-98CE-A734C714E04C}" destId="{A9F4DB1B-99AC-4EAC-952F-FE278C7FBDE4}" srcOrd="2" destOrd="0" presId="urn:microsoft.com/office/officeart/2018/5/layout/IconLeafLabelList"/>
    <dgm:cxn modelId="{E8825CF0-FC33-4330-BA72-77074F5CD434}" type="presParOf" srcId="{6150E528-A9E1-4F10-98CE-A734C714E04C}" destId="{19CC9800-5190-4C21-98CE-628021E725B6}" srcOrd="3" destOrd="0" presId="urn:microsoft.com/office/officeart/2018/5/layout/IconLeafLabelList"/>
    <dgm:cxn modelId="{731734A5-7CCB-410C-AAB2-85588F5D90AD}" type="presParOf" srcId="{2BA19FA1-8248-4B93-971F-2B279701302F}" destId="{769D712E-0CFD-465F-A694-A3FAB7FF76AF}" srcOrd="5" destOrd="0" presId="urn:microsoft.com/office/officeart/2018/5/layout/IconLeafLabelList"/>
    <dgm:cxn modelId="{1F76E54C-E45A-4E58-AD64-F3D46C3C476E}" type="presParOf" srcId="{2BA19FA1-8248-4B93-971F-2B279701302F}" destId="{4BF53EEA-46C8-46B8-B22F-BFC28B24B466}" srcOrd="6" destOrd="0" presId="urn:microsoft.com/office/officeart/2018/5/layout/IconLeafLabelList"/>
    <dgm:cxn modelId="{B02DD8EE-0658-453E-9740-7E87559DC3E6}" type="presParOf" srcId="{4BF53EEA-46C8-46B8-B22F-BFC28B24B466}" destId="{A8B1A451-6570-466D-B5A7-91E01AA2B198}" srcOrd="0" destOrd="0" presId="urn:microsoft.com/office/officeart/2018/5/layout/IconLeafLabelList"/>
    <dgm:cxn modelId="{A0E04571-C3E2-4012-944C-11CE6B288F62}" type="presParOf" srcId="{4BF53EEA-46C8-46B8-B22F-BFC28B24B466}" destId="{BF684E56-7F78-4C6A-883B-585FA8FA058F}" srcOrd="1" destOrd="0" presId="urn:microsoft.com/office/officeart/2018/5/layout/IconLeafLabelList"/>
    <dgm:cxn modelId="{98E09E10-065B-4DB5-97ED-377F95307CAC}" type="presParOf" srcId="{4BF53EEA-46C8-46B8-B22F-BFC28B24B466}" destId="{178F3CCC-7D67-48EA-B770-D9252417FA22}" srcOrd="2" destOrd="0" presId="urn:microsoft.com/office/officeart/2018/5/layout/IconLeafLabelList"/>
    <dgm:cxn modelId="{671DDAD4-C0AB-45F1-B342-1BC410368E49}" type="presParOf" srcId="{4BF53EEA-46C8-46B8-B22F-BFC28B24B466}" destId="{821D9DE0-33C1-4D6D-A91F-0F437458E167}"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97A489B-5488-4B18-8F92-8EE4A7ECCE24}"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9EEB368A-925B-42E1-BC24-968C73E535AD}">
      <dgm:prSet custT="1"/>
      <dgm:spPr/>
      <dgm:t>
        <a:bodyPr/>
        <a:lstStyle/>
        <a:p>
          <a:r>
            <a:rPr lang="en-GB" sz="1800" b="1" dirty="0"/>
            <a:t>Auto-scaling backend : Automatically adjusts compute resources based on traffic to ensure consistent performance and cost efficiency</a:t>
          </a:r>
          <a:r>
            <a:rPr lang="en-GB" sz="1800" dirty="0"/>
            <a:t>.</a:t>
          </a:r>
          <a:endParaRPr lang="en-US" sz="1800" dirty="0"/>
        </a:p>
      </dgm:t>
    </dgm:pt>
    <dgm:pt modelId="{39CE37B1-6630-4859-B64A-5CD5612DBE81}" type="parTrans" cxnId="{F124A99E-355C-43A4-976E-BD566554D234}">
      <dgm:prSet/>
      <dgm:spPr/>
      <dgm:t>
        <a:bodyPr/>
        <a:lstStyle/>
        <a:p>
          <a:endParaRPr lang="en-US"/>
        </a:p>
      </dgm:t>
    </dgm:pt>
    <dgm:pt modelId="{9404D5FE-8A3D-4E3C-8A6A-473CB6356EFD}" type="sibTrans" cxnId="{F124A99E-355C-43A4-976E-BD566554D234}">
      <dgm:prSet/>
      <dgm:spPr/>
      <dgm:t>
        <a:bodyPr/>
        <a:lstStyle/>
        <a:p>
          <a:endParaRPr lang="en-US"/>
        </a:p>
      </dgm:t>
    </dgm:pt>
    <dgm:pt modelId="{45DACA34-A971-400F-9423-E13599ABBDCE}">
      <dgm:prSet custT="1"/>
      <dgm:spPr/>
      <dgm:t>
        <a:bodyPr/>
        <a:lstStyle/>
        <a:p>
          <a:r>
            <a:rPr lang="en-GB" sz="1800" b="1" dirty="0"/>
            <a:t>Azure CDN : Delivers multimedia content faster by caching and distributing it across global edge locations.</a:t>
          </a:r>
          <a:endParaRPr lang="en-US" sz="1800" b="1" dirty="0"/>
        </a:p>
      </dgm:t>
    </dgm:pt>
    <dgm:pt modelId="{2D542D7E-F453-4956-8921-75C929C20DE1}" type="parTrans" cxnId="{A36A8A22-B541-40CC-9728-EEDF07561B0F}">
      <dgm:prSet/>
      <dgm:spPr/>
      <dgm:t>
        <a:bodyPr/>
        <a:lstStyle/>
        <a:p>
          <a:endParaRPr lang="en-US"/>
        </a:p>
      </dgm:t>
    </dgm:pt>
    <dgm:pt modelId="{68013EEB-3C46-41DB-91C4-81B4507F546F}" type="sibTrans" cxnId="{A36A8A22-B541-40CC-9728-EEDF07561B0F}">
      <dgm:prSet/>
      <dgm:spPr/>
      <dgm:t>
        <a:bodyPr/>
        <a:lstStyle/>
        <a:p>
          <a:endParaRPr lang="en-US"/>
        </a:p>
      </dgm:t>
    </dgm:pt>
    <dgm:pt modelId="{94736AC2-40E0-44D3-957E-53735825A839}">
      <dgm:prSet custT="1"/>
      <dgm:spPr/>
      <dgm:t>
        <a:bodyPr/>
        <a:lstStyle/>
        <a:p>
          <a:r>
            <a:rPr lang="en-GB" sz="2000" b="1" dirty="0"/>
            <a:t>Blob Storage lifecycle policies : Automatically moves or deletes files based on age to optimise storage costs.</a:t>
          </a:r>
          <a:endParaRPr lang="en-US" sz="2000" b="1" dirty="0"/>
        </a:p>
      </dgm:t>
    </dgm:pt>
    <dgm:pt modelId="{74EDFA7E-C80F-4CB2-BCF9-BB240A254F84}" type="parTrans" cxnId="{AF01C1EB-8429-4DB1-91D8-EA2F4C28F5BD}">
      <dgm:prSet/>
      <dgm:spPr/>
      <dgm:t>
        <a:bodyPr/>
        <a:lstStyle/>
        <a:p>
          <a:endParaRPr lang="en-US"/>
        </a:p>
      </dgm:t>
    </dgm:pt>
    <dgm:pt modelId="{92872FA3-A705-4D86-BF5E-D6745353FDCF}" type="sibTrans" cxnId="{AF01C1EB-8429-4DB1-91D8-EA2F4C28F5BD}">
      <dgm:prSet/>
      <dgm:spPr/>
      <dgm:t>
        <a:bodyPr/>
        <a:lstStyle/>
        <a:p>
          <a:endParaRPr lang="en-US"/>
        </a:p>
      </dgm:t>
    </dgm:pt>
    <dgm:pt modelId="{F99E933A-827C-4F45-8160-33728265D2B5}">
      <dgm:prSet custT="1"/>
      <dgm:spPr/>
      <dgm:t>
        <a:bodyPr/>
        <a:lstStyle/>
        <a:p>
          <a:r>
            <a:rPr lang="en-GB" sz="1800" b="1" dirty="0"/>
            <a:t>Serverless compute : Executes backend logic on demand without managing servers, improving scalability and reducing overhead</a:t>
          </a:r>
          <a:endParaRPr lang="en-US" sz="1800" b="1" dirty="0"/>
        </a:p>
      </dgm:t>
    </dgm:pt>
    <dgm:pt modelId="{90B5FCFA-9D4C-42C1-86DB-07104DA5A44E}" type="parTrans" cxnId="{B12C3789-D0EB-4B40-9919-6BCA8695FAC3}">
      <dgm:prSet/>
      <dgm:spPr/>
      <dgm:t>
        <a:bodyPr/>
        <a:lstStyle/>
        <a:p>
          <a:endParaRPr lang="en-US"/>
        </a:p>
      </dgm:t>
    </dgm:pt>
    <dgm:pt modelId="{4598878F-C0CC-45DE-ADA6-1572C0C781B8}" type="sibTrans" cxnId="{B12C3789-D0EB-4B40-9919-6BCA8695FAC3}">
      <dgm:prSet/>
      <dgm:spPr/>
      <dgm:t>
        <a:bodyPr/>
        <a:lstStyle/>
        <a:p>
          <a:endParaRPr lang="en-US"/>
        </a:p>
      </dgm:t>
    </dgm:pt>
    <dgm:pt modelId="{EFC7191F-8CB2-40BF-B949-9DFF44BADB11}">
      <dgm:prSet custT="1"/>
      <dgm:spPr/>
      <dgm:t>
        <a:bodyPr/>
        <a:lstStyle/>
        <a:p>
          <a:r>
            <a:rPr lang="en-GB" sz="2000" b="1" dirty="0"/>
            <a:t>Role-based access control (RBAC) : Restricts system access based on user roles to enhance security and governance. </a:t>
          </a:r>
          <a:endParaRPr lang="en-US" sz="2000" b="1" dirty="0"/>
        </a:p>
      </dgm:t>
    </dgm:pt>
    <dgm:pt modelId="{53D3A965-09F6-4AFB-8821-DD7590DC91B1}" type="parTrans" cxnId="{C7CC3A18-7BD4-435E-9589-AACCA195EE1C}">
      <dgm:prSet/>
      <dgm:spPr/>
      <dgm:t>
        <a:bodyPr/>
        <a:lstStyle/>
        <a:p>
          <a:endParaRPr lang="en-US"/>
        </a:p>
      </dgm:t>
    </dgm:pt>
    <dgm:pt modelId="{2C1B64FC-F06D-4E00-B201-8B170887506C}" type="sibTrans" cxnId="{C7CC3A18-7BD4-435E-9589-AACCA195EE1C}">
      <dgm:prSet/>
      <dgm:spPr/>
      <dgm:t>
        <a:bodyPr/>
        <a:lstStyle/>
        <a:p>
          <a:endParaRPr lang="en-US"/>
        </a:p>
      </dgm:t>
    </dgm:pt>
    <dgm:pt modelId="{C3F75A5C-8B0F-4D49-8721-A206DAB79370}">
      <dgm:prSet custT="1"/>
      <dgm:spPr/>
      <dgm:t>
        <a:bodyPr/>
        <a:lstStyle/>
        <a:p>
          <a:r>
            <a:rPr lang="en-GB" sz="1600" b="1" dirty="0"/>
            <a:t>Monitoring &amp; alerts : Continuously tracks system health and sends alerts to quickly detect and resolve issues </a:t>
          </a:r>
          <a:endParaRPr lang="en-US" sz="1600" b="1" dirty="0"/>
        </a:p>
      </dgm:t>
    </dgm:pt>
    <dgm:pt modelId="{3DE066D4-017A-439F-86E4-EAB76078C45D}" type="parTrans" cxnId="{E2AF6405-D806-4539-BF08-EB6F0F5E6CBF}">
      <dgm:prSet/>
      <dgm:spPr/>
      <dgm:t>
        <a:bodyPr/>
        <a:lstStyle/>
        <a:p>
          <a:endParaRPr lang="en-US"/>
        </a:p>
      </dgm:t>
    </dgm:pt>
    <dgm:pt modelId="{12CFFC79-5975-46C0-9C27-124F74AADECC}" type="sibTrans" cxnId="{E2AF6405-D806-4539-BF08-EB6F0F5E6CBF}">
      <dgm:prSet/>
      <dgm:spPr/>
      <dgm:t>
        <a:bodyPr/>
        <a:lstStyle/>
        <a:p>
          <a:endParaRPr lang="en-US"/>
        </a:p>
      </dgm:t>
    </dgm:pt>
    <dgm:pt modelId="{03286CB4-7061-468E-8E26-6E26491114B2}" type="pres">
      <dgm:prSet presAssocID="{797A489B-5488-4B18-8F92-8EE4A7ECCE24}" presName="linear" presStyleCnt="0">
        <dgm:presLayoutVars>
          <dgm:animLvl val="lvl"/>
          <dgm:resizeHandles val="exact"/>
        </dgm:presLayoutVars>
      </dgm:prSet>
      <dgm:spPr/>
    </dgm:pt>
    <dgm:pt modelId="{8D6DAE42-613F-46E9-A3A1-893F07835CE2}" type="pres">
      <dgm:prSet presAssocID="{9EEB368A-925B-42E1-BC24-968C73E535AD}" presName="parentText" presStyleLbl="node1" presStyleIdx="0" presStyleCnt="6">
        <dgm:presLayoutVars>
          <dgm:chMax val="0"/>
          <dgm:bulletEnabled val="1"/>
        </dgm:presLayoutVars>
      </dgm:prSet>
      <dgm:spPr/>
    </dgm:pt>
    <dgm:pt modelId="{A20ABC9F-CC9B-4E2B-A931-2EF3FDC673F4}" type="pres">
      <dgm:prSet presAssocID="{9404D5FE-8A3D-4E3C-8A6A-473CB6356EFD}" presName="spacer" presStyleCnt="0"/>
      <dgm:spPr/>
    </dgm:pt>
    <dgm:pt modelId="{97D3A47D-0BD6-4C3B-B67A-DC7000A2AD2C}" type="pres">
      <dgm:prSet presAssocID="{45DACA34-A971-400F-9423-E13599ABBDCE}" presName="parentText" presStyleLbl="node1" presStyleIdx="1" presStyleCnt="6">
        <dgm:presLayoutVars>
          <dgm:chMax val="0"/>
          <dgm:bulletEnabled val="1"/>
        </dgm:presLayoutVars>
      </dgm:prSet>
      <dgm:spPr/>
    </dgm:pt>
    <dgm:pt modelId="{8F66000B-404D-431E-942F-281978F6D595}" type="pres">
      <dgm:prSet presAssocID="{68013EEB-3C46-41DB-91C4-81B4507F546F}" presName="spacer" presStyleCnt="0"/>
      <dgm:spPr/>
    </dgm:pt>
    <dgm:pt modelId="{E3EFBB09-B408-49CE-BBB1-EC41D9F78963}" type="pres">
      <dgm:prSet presAssocID="{94736AC2-40E0-44D3-957E-53735825A839}" presName="parentText" presStyleLbl="node1" presStyleIdx="2" presStyleCnt="6">
        <dgm:presLayoutVars>
          <dgm:chMax val="0"/>
          <dgm:bulletEnabled val="1"/>
        </dgm:presLayoutVars>
      </dgm:prSet>
      <dgm:spPr/>
    </dgm:pt>
    <dgm:pt modelId="{5D216AA0-BA86-4C99-98E4-A7C557A89BE1}" type="pres">
      <dgm:prSet presAssocID="{92872FA3-A705-4D86-BF5E-D6745353FDCF}" presName="spacer" presStyleCnt="0"/>
      <dgm:spPr/>
    </dgm:pt>
    <dgm:pt modelId="{181AFBBB-20D6-4F24-9AF2-4CA23D2FA652}" type="pres">
      <dgm:prSet presAssocID="{F99E933A-827C-4F45-8160-33728265D2B5}" presName="parentText" presStyleLbl="node1" presStyleIdx="3" presStyleCnt="6">
        <dgm:presLayoutVars>
          <dgm:chMax val="0"/>
          <dgm:bulletEnabled val="1"/>
        </dgm:presLayoutVars>
      </dgm:prSet>
      <dgm:spPr/>
    </dgm:pt>
    <dgm:pt modelId="{4AAEAF38-CB1B-4695-B552-FD82B14A61C9}" type="pres">
      <dgm:prSet presAssocID="{4598878F-C0CC-45DE-ADA6-1572C0C781B8}" presName="spacer" presStyleCnt="0"/>
      <dgm:spPr/>
    </dgm:pt>
    <dgm:pt modelId="{E038CBEE-6299-4BE2-A716-2ADFEE075CA3}" type="pres">
      <dgm:prSet presAssocID="{EFC7191F-8CB2-40BF-B949-9DFF44BADB11}" presName="parentText" presStyleLbl="node1" presStyleIdx="4" presStyleCnt="6">
        <dgm:presLayoutVars>
          <dgm:chMax val="0"/>
          <dgm:bulletEnabled val="1"/>
        </dgm:presLayoutVars>
      </dgm:prSet>
      <dgm:spPr/>
    </dgm:pt>
    <dgm:pt modelId="{6796B452-176C-4A01-AD2B-92B6F3AE5649}" type="pres">
      <dgm:prSet presAssocID="{2C1B64FC-F06D-4E00-B201-8B170887506C}" presName="spacer" presStyleCnt="0"/>
      <dgm:spPr/>
    </dgm:pt>
    <dgm:pt modelId="{69865948-E892-4492-A051-4B77436BD687}" type="pres">
      <dgm:prSet presAssocID="{C3F75A5C-8B0F-4D49-8721-A206DAB79370}" presName="parentText" presStyleLbl="node1" presStyleIdx="5" presStyleCnt="6">
        <dgm:presLayoutVars>
          <dgm:chMax val="0"/>
          <dgm:bulletEnabled val="1"/>
        </dgm:presLayoutVars>
      </dgm:prSet>
      <dgm:spPr/>
    </dgm:pt>
  </dgm:ptLst>
  <dgm:cxnLst>
    <dgm:cxn modelId="{E2AF6405-D806-4539-BF08-EB6F0F5E6CBF}" srcId="{797A489B-5488-4B18-8F92-8EE4A7ECCE24}" destId="{C3F75A5C-8B0F-4D49-8721-A206DAB79370}" srcOrd="5" destOrd="0" parTransId="{3DE066D4-017A-439F-86E4-EAB76078C45D}" sibTransId="{12CFFC79-5975-46C0-9C27-124F74AADECC}"/>
    <dgm:cxn modelId="{C7CC3A18-7BD4-435E-9589-AACCA195EE1C}" srcId="{797A489B-5488-4B18-8F92-8EE4A7ECCE24}" destId="{EFC7191F-8CB2-40BF-B949-9DFF44BADB11}" srcOrd="4" destOrd="0" parTransId="{53D3A965-09F6-4AFB-8821-DD7590DC91B1}" sibTransId="{2C1B64FC-F06D-4E00-B201-8B170887506C}"/>
    <dgm:cxn modelId="{A36A8A22-B541-40CC-9728-EEDF07561B0F}" srcId="{797A489B-5488-4B18-8F92-8EE4A7ECCE24}" destId="{45DACA34-A971-400F-9423-E13599ABBDCE}" srcOrd="1" destOrd="0" parTransId="{2D542D7E-F453-4956-8921-75C929C20DE1}" sibTransId="{68013EEB-3C46-41DB-91C4-81B4507F546F}"/>
    <dgm:cxn modelId="{2230FD3E-E22F-4B08-8888-B3FA0644D8F3}" type="presOf" srcId="{EFC7191F-8CB2-40BF-B949-9DFF44BADB11}" destId="{E038CBEE-6299-4BE2-A716-2ADFEE075CA3}" srcOrd="0" destOrd="0" presId="urn:microsoft.com/office/officeart/2005/8/layout/vList2"/>
    <dgm:cxn modelId="{3A867C63-A04E-4072-A4D2-1DDF1A786B0A}" type="presOf" srcId="{94736AC2-40E0-44D3-957E-53735825A839}" destId="{E3EFBB09-B408-49CE-BBB1-EC41D9F78963}" srcOrd="0" destOrd="0" presId="urn:microsoft.com/office/officeart/2005/8/layout/vList2"/>
    <dgm:cxn modelId="{3607034A-9F59-4769-B765-8CBACA334563}" type="presOf" srcId="{C3F75A5C-8B0F-4D49-8721-A206DAB79370}" destId="{69865948-E892-4492-A051-4B77436BD687}" srcOrd="0" destOrd="0" presId="urn:microsoft.com/office/officeart/2005/8/layout/vList2"/>
    <dgm:cxn modelId="{4A3D9F6C-96E9-428D-AE08-2D02F92C0715}" type="presOf" srcId="{F99E933A-827C-4F45-8160-33728265D2B5}" destId="{181AFBBB-20D6-4F24-9AF2-4CA23D2FA652}" srcOrd="0" destOrd="0" presId="urn:microsoft.com/office/officeart/2005/8/layout/vList2"/>
    <dgm:cxn modelId="{B12C3789-D0EB-4B40-9919-6BCA8695FAC3}" srcId="{797A489B-5488-4B18-8F92-8EE4A7ECCE24}" destId="{F99E933A-827C-4F45-8160-33728265D2B5}" srcOrd="3" destOrd="0" parTransId="{90B5FCFA-9D4C-42C1-86DB-07104DA5A44E}" sibTransId="{4598878F-C0CC-45DE-ADA6-1572C0C781B8}"/>
    <dgm:cxn modelId="{F124A99E-355C-43A4-976E-BD566554D234}" srcId="{797A489B-5488-4B18-8F92-8EE4A7ECCE24}" destId="{9EEB368A-925B-42E1-BC24-968C73E535AD}" srcOrd="0" destOrd="0" parTransId="{39CE37B1-6630-4859-B64A-5CD5612DBE81}" sibTransId="{9404D5FE-8A3D-4E3C-8A6A-473CB6356EFD}"/>
    <dgm:cxn modelId="{D8D10B9F-8FFE-41A3-9EB8-151E82DC7BFC}" type="presOf" srcId="{9EEB368A-925B-42E1-BC24-968C73E535AD}" destId="{8D6DAE42-613F-46E9-A3A1-893F07835CE2}" srcOrd="0" destOrd="0" presId="urn:microsoft.com/office/officeart/2005/8/layout/vList2"/>
    <dgm:cxn modelId="{4DF866AA-2D42-4CF8-B21D-5A375E4296D1}" type="presOf" srcId="{45DACA34-A971-400F-9423-E13599ABBDCE}" destId="{97D3A47D-0BD6-4C3B-B67A-DC7000A2AD2C}" srcOrd="0" destOrd="0" presId="urn:microsoft.com/office/officeart/2005/8/layout/vList2"/>
    <dgm:cxn modelId="{AF01C1EB-8429-4DB1-91D8-EA2F4C28F5BD}" srcId="{797A489B-5488-4B18-8F92-8EE4A7ECCE24}" destId="{94736AC2-40E0-44D3-957E-53735825A839}" srcOrd="2" destOrd="0" parTransId="{74EDFA7E-C80F-4CB2-BCF9-BB240A254F84}" sibTransId="{92872FA3-A705-4D86-BF5E-D6745353FDCF}"/>
    <dgm:cxn modelId="{D9D58EFD-20C1-4BF1-8127-BCAC764B9467}" type="presOf" srcId="{797A489B-5488-4B18-8F92-8EE4A7ECCE24}" destId="{03286CB4-7061-468E-8E26-6E26491114B2}" srcOrd="0" destOrd="0" presId="urn:microsoft.com/office/officeart/2005/8/layout/vList2"/>
    <dgm:cxn modelId="{B4DE26C3-FFF0-4ABD-8CF3-B6920A537F73}" type="presParOf" srcId="{03286CB4-7061-468E-8E26-6E26491114B2}" destId="{8D6DAE42-613F-46E9-A3A1-893F07835CE2}" srcOrd="0" destOrd="0" presId="urn:microsoft.com/office/officeart/2005/8/layout/vList2"/>
    <dgm:cxn modelId="{C142C0D0-CE7A-49BB-8873-07A4D529E5A0}" type="presParOf" srcId="{03286CB4-7061-468E-8E26-6E26491114B2}" destId="{A20ABC9F-CC9B-4E2B-A931-2EF3FDC673F4}" srcOrd="1" destOrd="0" presId="urn:microsoft.com/office/officeart/2005/8/layout/vList2"/>
    <dgm:cxn modelId="{66406BAC-31B5-4E90-AC89-0568DE9BA25D}" type="presParOf" srcId="{03286CB4-7061-468E-8E26-6E26491114B2}" destId="{97D3A47D-0BD6-4C3B-B67A-DC7000A2AD2C}" srcOrd="2" destOrd="0" presId="urn:microsoft.com/office/officeart/2005/8/layout/vList2"/>
    <dgm:cxn modelId="{DD0A58BB-8D5D-4AFE-9B8E-547C40900A05}" type="presParOf" srcId="{03286CB4-7061-468E-8E26-6E26491114B2}" destId="{8F66000B-404D-431E-942F-281978F6D595}" srcOrd="3" destOrd="0" presId="urn:microsoft.com/office/officeart/2005/8/layout/vList2"/>
    <dgm:cxn modelId="{D407037B-25C3-45ED-89B8-06981D4E709A}" type="presParOf" srcId="{03286CB4-7061-468E-8E26-6E26491114B2}" destId="{E3EFBB09-B408-49CE-BBB1-EC41D9F78963}" srcOrd="4" destOrd="0" presId="urn:microsoft.com/office/officeart/2005/8/layout/vList2"/>
    <dgm:cxn modelId="{354AB93E-40B0-4053-9F39-790BC26FB22D}" type="presParOf" srcId="{03286CB4-7061-468E-8E26-6E26491114B2}" destId="{5D216AA0-BA86-4C99-98E4-A7C557A89BE1}" srcOrd="5" destOrd="0" presId="urn:microsoft.com/office/officeart/2005/8/layout/vList2"/>
    <dgm:cxn modelId="{A930D6B6-980B-4592-BEE2-0F578300B88D}" type="presParOf" srcId="{03286CB4-7061-468E-8E26-6E26491114B2}" destId="{181AFBBB-20D6-4F24-9AF2-4CA23D2FA652}" srcOrd="6" destOrd="0" presId="urn:microsoft.com/office/officeart/2005/8/layout/vList2"/>
    <dgm:cxn modelId="{108B6801-890A-4652-802F-C14C2C59F6BE}" type="presParOf" srcId="{03286CB4-7061-468E-8E26-6E26491114B2}" destId="{4AAEAF38-CB1B-4695-B552-FD82B14A61C9}" srcOrd="7" destOrd="0" presId="urn:microsoft.com/office/officeart/2005/8/layout/vList2"/>
    <dgm:cxn modelId="{CA61B510-F8B3-42A8-A71C-6072CC330E9F}" type="presParOf" srcId="{03286CB4-7061-468E-8E26-6E26491114B2}" destId="{E038CBEE-6299-4BE2-A716-2ADFEE075CA3}" srcOrd="8" destOrd="0" presId="urn:microsoft.com/office/officeart/2005/8/layout/vList2"/>
    <dgm:cxn modelId="{AC089C6C-F20E-48D5-B596-9CA4B3E58F37}" type="presParOf" srcId="{03286CB4-7061-468E-8E26-6E26491114B2}" destId="{6796B452-176C-4A01-AD2B-92B6F3AE5649}" srcOrd="9" destOrd="0" presId="urn:microsoft.com/office/officeart/2005/8/layout/vList2"/>
    <dgm:cxn modelId="{EE60D2E3-E9D7-43EE-B3A4-C7465E618114}" type="presParOf" srcId="{03286CB4-7061-468E-8E26-6E26491114B2}" destId="{69865948-E892-4492-A051-4B77436BD687}"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D958BFB-5696-4F76-989E-274879335D17}" type="doc">
      <dgm:prSet loTypeId="urn:microsoft.com/office/officeart/2005/8/layout/default" loCatId="list" qsTypeId="urn:microsoft.com/office/officeart/2005/8/quickstyle/simple5" qsCatId="simple" csTypeId="urn:microsoft.com/office/officeart/2005/8/colors/accent3_2" csCatId="accent3" phldr="1"/>
      <dgm:spPr/>
      <dgm:t>
        <a:bodyPr/>
        <a:lstStyle/>
        <a:p>
          <a:endParaRPr lang="en-US"/>
        </a:p>
      </dgm:t>
    </dgm:pt>
    <dgm:pt modelId="{389EE491-B6BC-42D9-92DE-AA1AC473A4E6}">
      <dgm:prSet/>
      <dgm:spPr/>
      <dgm:t>
        <a:bodyPr/>
        <a:lstStyle/>
        <a:p>
          <a:r>
            <a:rPr lang="en-GB" b="1" dirty="0"/>
            <a:t>Frontend: CDN &amp; static hosting → millions of users</a:t>
          </a:r>
        </a:p>
        <a:p>
          <a:endParaRPr lang="en-GB" b="1" dirty="0"/>
        </a:p>
        <a:p>
          <a:r>
            <a:rPr lang="en-GB" b="0" dirty="0"/>
            <a:t>The frontend is hosted as static files (HTML, CSS, JS) and delivered through a CDN (Content Delivery Network).</a:t>
          </a:r>
        </a:p>
        <a:p>
          <a:r>
            <a:rPr lang="en-GB" b="0" dirty="0"/>
            <a:t>CDNs distribute content across global servers.</a:t>
          </a:r>
        </a:p>
        <a:p>
          <a:r>
            <a:rPr lang="en-GB" b="0" dirty="0"/>
            <a:t>Users get content from the nearest location → faster load times.</a:t>
          </a:r>
        </a:p>
        <a:p>
          <a:r>
            <a:rPr lang="en-GB" b="0" dirty="0"/>
            <a:t>Since static files don’t require heavy server processing, they can easily support millions of users simultaneously.</a:t>
          </a:r>
          <a:endParaRPr lang="en-US" b="0" dirty="0"/>
        </a:p>
        <a:p>
          <a:endParaRPr lang="en-US" b="1" dirty="0"/>
        </a:p>
      </dgm:t>
    </dgm:pt>
    <dgm:pt modelId="{4C17704E-CD9D-47C0-9050-3952D5A05575}" type="parTrans" cxnId="{351CD3B7-6C32-41BF-AA72-D2CC1663B38D}">
      <dgm:prSet/>
      <dgm:spPr/>
      <dgm:t>
        <a:bodyPr/>
        <a:lstStyle/>
        <a:p>
          <a:endParaRPr lang="en-US"/>
        </a:p>
      </dgm:t>
    </dgm:pt>
    <dgm:pt modelId="{2BFE31EC-51CC-4A98-A882-EE8B0E6C93C3}" type="sibTrans" cxnId="{351CD3B7-6C32-41BF-AA72-D2CC1663B38D}">
      <dgm:prSet/>
      <dgm:spPr/>
      <dgm:t>
        <a:bodyPr/>
        <a:lstStyle/>
        <a:p>
          <a:endParaRPr lang="en-US"/>
        </a:p>
      </dgm:t>
    </dgm:pt>
    <dgm:pt modelId="{7F3BDC0A-542A-405B-9275-0536E8212631}">
      <dgm:prSet/>
      <dgm:spPr/>
      <dgm:t>
        <a:bodyPr/>
        <a:lstStyle/>
        <a:p>
          <a:r>
            <a:rPr lang="en-GB" b="1" dirty="0"/>
            <a:t>Backend: Functions/App Service → auto-scale horizontally</a:t>
          </a:r>
        </a:p>
        <a:p>
          <a:endParaRPr lang="en-GB" b="1" dirty="0"/>
        </a:p>
        <a:p>
          <a:r>
            <a:rPr lang="en-GB" dirty="0"/>
            <a:t>The backend runs on cloud services like serverless Functions or App Services.</a:t>
          </a:r>
        </a:p>
        <a:p>
          <a:r>
            <a:rPr lang="en-GB" b="1" dirty="0"/>
            <a:t>Horizontal scaling</a:t>
          </a:r>
          <a:r>
            <a:rPr lang="en-GB" dirty="0"/>
            <a:t> means adding more instances of the app when traffic increases.</a:t>
          </a:r>
        </a:p>
        <a:p>
          <a:r>
            <a:rPr lang="en-GB" dirty="0"/>
            <a:t>The system automatically creates or removes instances based on demand.</a:t>
          </a:r>
        </a:p>
        <a:p>
          <a:r>
            <a:rPr lang="en-GB" dirty="0"/>
            <a:t>This ensures performance stays stable even during traffic spikes.</a:t>
          </a:r>
          <a:endParaRPr lang="en-US" dirty="0"/>
        </a:p>
      </dgm:t>
    </dgm:pt>
    <dgm:pt modelId="{45D54C34-02B1-4FA6-A834-C368FD1A2041}" type="parTrans" cxnId="{81009AA7-9331-4B19-8D43-4093C0C1E06B}">
      <dgm:prSet/>
      <dgm:spPr/>
      <dgm:t>
        <a:bodyPr/>
        <a:lstStyle/>
        <a:p>
          <a:endParaRPr lang="en-US"/>
        </a:p>
      </dgm:t>
    </dgm:pt>
    <dgm:pt modelId="{EFDD90C4-4707-4712-9D63-63BE212387A7}" type="sibTrans" cxnId="{81009AA7-9331-4B19-8D43-4093C0C1E06B}">
      <dgm:prSet/>
      <dgm:spPr/>
      <dgm:t>
        <a:bodyPr/>
        <a:lstStyle/>
        <a:p>
          <a:endParaRPr lang="en-US"/>
        </a:p>
      </dgm:t>
    </dgm:pt>
    <dgm:pt modelId="{5BDA9D32-8EB9-4F7C-9170-8AC468A6DC5A}">
      <dgm:prSet/>
      <dgm:spPr/>
      <dgm:t>
        <a:bodyPr/>
        <a:lstStyle/>
        <a:p>
          <a:r>
            <a:rPr lang="en-GB" b="1" dirty="0"/>
            <a:t>Storage: Blob Storage → unlimited</a:t>
          </a:r>
        </a:p>
        <a:p>
          <a:endParaRPr lang="en-GB" b="1" dirty="0"/>
        </a:p>
        <a:p>
          <a:r>
            <a:rPr lang="en-GB" dirty="0"/>
            <a:t>Blob Storage is used for files like images, documents, videos, etc.</a:t>
          </a:r>
        </a:p>
        <a:p>
          <a:r>
            <a:rPr lang="en-GB" dirty="0"/>
            <a:t>Designed to store massive amounts of unstructured data.</a:t>
          </a:r>
        </a:p>
        <a:p>
          <a:r>
            <a:rPr lang="en-GB" dirty="0"/>
            <a:t>It scales automatically as more data is added.</a:t>
          </a:r>
        </a:p>
        <a:p>
          <a:r>
            <a:rPr lang="en-GB" dirty="0"/>
            <a:t>No need to manage servers — storage grows with your application.</a:t>
          </a:r>
          <a:endParaRPr lang="en-US" dirty="0"/>
        </a:p>
      </dgm:t>
    </dgm:pt>
    <dgm:pt modelId="{E70B4C47-E294-4C62-82CE-C86C2C86DC34}" type="parTrans" cxnId="{09397002-1B2A-493E-8A03-87063F7AB4F6}">
      <dgm:prSet/>
      <dgm:spPr/>
      <dgm:t>
        <a:bodyPr/>
        <a:lstStyle/>
        <a:p>
          <a:endParaRPr lang="en-US"/>
        </a:p>
      </dgm:t>
    </dgm:pt>
    <dgm:pt modelId="{3783EF42-1A8C-4089-9F71-8CF1CEB8E57C}" type="sibTrans" cxnId="{09397002-1B2A-493E-8A03-87063F7AB4F6}">
      <dgm:prSet/>
      <dgm:spPr/>
      <dgm:t>
        <a:bodyPr/>
        <a:lstStyle/>
        <a:p>
          <a:endParaRPr lang="en-US"/>
        </a:p>
      </dgm:t>
    </dgm:pt>
    <dgm:pt modelId="{638714E1-0012-4B80-938F-70F49FAB55B1}">
      <dgm:prSet/>
      <dgm:spPr/>
      <dgm:t>
        <a:bodyPr/>
        <a:lstStyle/>
        <a:p>
          <a:r>
            <a:rPr lang="en-GB" b="1" dirty="0"/>
            <a:t>Database: SQL/Cosmos DB → scalable vertically &amp; horizontally</a:t>
          </a:r>
        </a:p>
        <a:p>
          <a:endParaRPr lang="en-GB" b="1" dirty="0"/>
        </a:p>
        <a:p>
          <a:r>
            <a:rPr lang="en-GB" dirty="0"/>
            <a:t>The database handles structured data.</a:t>
          </a:r>
        </a:p>
        <a:p>
          <a:r>
            <a:rPr lang="en-GB" b="1" dirty="0"/>
            <a:t>Vertical scaling</a:t>
          </a:r>
          <a:r>
            <a:rPr lang="en-GB" dirty="0"/>
            <a:t> = increasing CPU, RAM, or performance of a single database instance.</a:t>
          </a:r>
        </a:p>
        <a:p>
          <a:r>
            <a:rPr lang="en-GB" b="1" dirty="0"/>
            <a:t>Horizontal scaling</a:t>
          </a:r>
          <a:r>
            <a:rPr lang="en-GB" dirty="0"/>
            <a:t> = distributing data across multiple servers (sharding/partitioning).</a:t>
          </a:r>
        </a:p>
        <a:p>
          <a:r>
            <a:rPr lang="en-GB" dirty="0"/>
            <a:t>This ensures the database can handle both larger data volumes and higher user traffic.</a:t>
          </a:r>
          <a:endParaRPr lang="en-US" dirty="0"/>
        </a:p>
      </dgm:t>
    </dgm:pt>
    <dgm:pt modelId="{2EF2CA19-C56D-40A3-8D64-1143067ACA9D}" type="parTrans" cxnId="{4CE82626-4620-4BE8-AC0F-2E9F394254F1}">
      <dgm:prSet/>
      <dgm:spPr/>
      <dgm:t>
        <a:bodyPr/>
        <a:lstStyle/>
        <a:p>
          <a:endParaRPr lang="en-US"/>
        </a:p>
      </dgm:t>
    </dgm:pt>
    <dgm:pt modelId="{63206A2D-59DA-4D43-86D1-3AB7C31208D1}" type="sibTrans" cxnId="{4CE82626-4620-4BE8-AC0F-2E9F394254F1}">
      <dgm:prSet/>
      <dgm:spPr/>
      <dgm:t>
        <a:bodyPr/>
        <a:lstStyle/>
        <a:p>
          <a:endParaRPr lang="en-US"/>
        </a:p>
      </dgm:t>
    </dgm:pt>
    <dgm:pt modelId="{A46C72B4-AB2C-47F1-9A7F-15BA33A1B8F6}" type="pres">
      <dgm:prSet presAssocID="{7D958BFB-5696-4F76-989E-274879335D17}" presName="diagram" presStyleCnt="0">
        <dgm:presLayoutVars>
          <dgm:dir/>
          <dgm:resizeHandles val="exact"/>
        </dgm:presLayoutVars>
      </dgm:prSet>
      <dgm:spPr/>
    </dgm:pt>
    <dgm:pt modelId="{D37E3172-A803-499B-91A5-13405904DD87}" type="pres">
      <dgm:prSet presAssocID="{389EE491-B6BC-42D9-92DE-AA1AC473A4E6}" presName="node" presStyleLbl="node1" presStyleIdx="0" presStyleCnt="4">
        <dgm:presLayoutVars>
          <dgm:bulletEnabled val="1"/>
        </dgm:presLayoutVars>
      </dgm:prSet>
      <dgm:spPr/>
    </dgm:pt>
    <dgm:pt modelId="{A9A904BB-0459-4ADD-BC9D-7B64887A5A91}" type="pres">
      <dgm:prSet presAssocID="{2BFE31EC-51CC-4A98-A882-EE8B0E6C93C3}" presName="sibTrans" presStyleCnt="0"/>
      <dgm:spPr/>
    </dgm:pt>
    <dgm:pt modelId="{C58A0181-53D9-43BB-9FFD-8ACAFAAD1BA7}" type="pres">
      <dgm:prSet presAssocID="{7F3BDC0A-542A-405B-9275-0536E8212631}" presName="node" presStyleLbl="node1" presStyleIdx="1" presStyleCnt="4">
        <dgm:presLayoutVars>
          <dgm:bulletEnabled val="1"/>
        </dgm:presLayoutVars>
      </dgm:prSet>
      <dgm:spPr/>
    </dgm:pt>
    <dgm:pt modelId="{F8DE4C41-4FCE-4A5C-BE08-477CAA37C6E6}" type="pres">
      <dgm:prSet presAssocID="{EFDD90C4-4707-4712-9D63-63BE212387A7}" presName="sibTrans" presStyleCnt="0"/>
      <dgm:spPr/>
    </dgm:pt>
    <dgm:pt modelId="{24B7A43F-C5F6-4FA5-83B3-FCA89E71F673}" type="pres">
      <dgm:prSet presAssocID="{5BDA9D32-8EB9-4F7C-9170-8AC468A6DC5A}" presName="node" presStyleLbl="node1" presStyleIdx="2" presStyleCnt="4">
        <dgm:presLayoutVars>
          <dgm:bulletEnabled val="1"/>
        </dgm:presLayoutVars>
      </dgm:prSet>
      <dgm:spPr/>
    </dgm:pt>
    <dgm:pt modelId="{1EFD364D-078A-4B7F-A7F0-86081AB8721B}" type="pres">
      <dgm:prSet presAssocID="{3783EF42-1A8C-4089-9F71-8CF1CEB8E57C}" presName="sibTrans" presStyleCnt="0"/>
      <dgm:spPr/>
    </dgm:pt>
    <dgm:pt modelId="{8F92FBF8-448F-4C13-B878-C87CC48E6BF5}" type="pres">
      <dgm:prSet presAssocID="{638714E1-0012-4B80-938F-70F49FAB55B1}" presName="node" presStyleLbl="node1" presStyleIdx="3" presStyleCnt="4">
        <dgm:presLayoutVars>
          <dgm:bulletEnabled val="1"/>
        </dgm:presLayoutVars>
      </dgm:prSet>
      <dgm:spPr/>
    </dgm:pt>
  </dgm:ptLst>
  <dgm:cxnLst>
    <dgm:cxn modelId="{09397002-1B2A-493E-8A03-87063F7AB4F6}" srcId="{7D958BFB-5696-4F76-989E-274879335D17}" destId="{5BDA9D32-8EB9-4F7C-9170-8AC468A6DC5A}" srcOrd="2" destOrd="0" parTransId="{E70B4C47-E294-4C62-82CE-C86C2C86DC34}" sibTransId="{3783EF42-1A8C-4089-9F71-8CF1CEB8E57C}"/>
    <dgm:cxn modelId="{F169A11C-7EF6-4FDB-8CBD-EC2502BA28CB}" type="presOf" srcId="{638714E1-0012-4B80-938F-70F49FAB55B1}" destId="{8F92FBF8-448F-4C13-B878-C87CC48E6BF5}" srcOrd="0" destOrd="0" presId="urn:microsoft.com/office/officeart/2005/8/layout/default"/>
    <dgm:cxn modelId="{582CB521-23CD-4859-9E9B-056A5AED1D80}" type="presOf" srcId="{7D958BFB-5696-4F76-989E-274879335D17}" destId="{A46C72B4-AB2C-47F1-9A7F-15BA33A1B8F6}" srcOrd="0" destOrd="0" presId="urn:microsoft.com/office/officeart/2005/8/layout/default"/>
    <dgm:cxn modelId="{4CE82626-4620-4BE8-AC0F-2E9F394254F1}" srcId="{7D958BFB-5696-4F76-989E-274879335D17}" destId="{638714E1-0012-4B80-938F-70F49FAB55B1}" srcOrd="3" destOrd="0" parTransId="{2EF2CA19-C56D-40A3-8D64-1143067ACA9D}" sibTransId="{63206A2D-59DA-4D43-86D1-3AB7C31208D1}"/>
    <dgm:cxn modelId="{0F8F7B9F-E9E6-4973-89F3-A3689C7AE92C}" type="presOf" srcId="{389EE491-B6BC-42D9-92DE-AA1AC473A4E6}" destId="{D37E3172-A803-499B-91A5-13405904DD87}" srcOrd="0" destOrd="0" presId="urn:microsoft.com/office/officeart/2005/8/layout/default"/>
    <dgm:cxn modelId="{81009AA7-9331-4B19-8D43-4093C0C1E06B}" srcId="{7D958BFB-5696-4F76-989E-274879335D17}" destId="{7F3BDC0A-542A-405B-9275-0536E8212631}" srcOrd="1" destOrd="0" parTransId="{45D54C34-02B1-4FA6-A834-C368FD1A2041}" sibTransId="{EFDD90C4-4707-4712-9D63-63BE212387A7}"/>
    <dgm:cxn modelId="{351CD3B7-6C32-41BF-AA72-D2CC1663B38D}" srcId="{7D958BFB-5696-4F76-989E-274879335D17}" destId="{389EE491-B6BC-42D9-92DE-AA1AC473A4E6}" srcOrd="0" destOrd="0" parTransId="{4C17704E-CD9D-47C0-9050-3952D5A05575}" sibTransId="{2BFE31EC-51CC-4A98-A882-EE8B0E6C93C3}"/>
    <dgm:cxn modelId="{25579ED0-FBC0-4AED-B503-0896AE90985F}" type="presOf" srcId="{5BDA9D32-8EB9-4F7C-9170-8AC468A6DC5A}" destId="{24B7A43F-C5F6-4FA5-83B3-FCA89E71F673}" srcOrd="0" destOrd="0" presId="urn:microsoft.com/office/officeart/2005/8/layout/default"/>
    <dgm:cxn modelId="{1BDBA3E3-2C92-4016-8008-0EC0E9A8C3D8}" type="presOf" srcId="{7F3BDC0A-542A-405B-9275-0536E8212631}" destId="{C58A0181-53D9-43BB-9FFD-8ACAFAAD1BA7}" srcOrd="0" destOrd="0" presId="urn:microsoft.com/office/officeart/2005/8/layout/default"/>
    <dgm:cxn modelId="{201A5921-318C-480B-ABFE-7A60C335D046}" type="presParOf" srcId="{A46C72B4-AB2C-47F1-9A7F-15BA33A1B8F6}" destId="{D37E3172-A803-499B-91A5-13405904DD87}" srcOrd="0" destOrd="0" presId="urn:microsoft.com/office/officeart/2005/8/layout/default"/>
    <dgm:cxn modelId="{E477943C-B3C5-424D-BD7E-25D32173D904}" type="presParOf" srcId="{A46C72B4-AB2C-47F1-9A7F-15BA33A1B8F6}" destId="{A9A904BB-0459-4ADD-BC9D-7B64887A5A91}" srcOrd="1" destOrd="0" presId="urn:microsoft.com/office/officeart/2005/8/layout/default"/>
    <dgm:cxn modelId="{9A965F82-6CEB-4E55-9580-1D732CA92735}" type="presParOf" srcId="{A46C72B4-AB2C-47F1-9A7F-15BA33A1B8F6}" destId="{C58A0181-53D9-43BB-9FFD-8ACAFAAD1BA7}" srcOrd="2" destOrd="0" presId="urn:microsoft.com/office/officeart/2005/8/layout/default"/>
    <dgm:cxn modelId="{EBD536B0-F39F-42BC-B89E-56E1DEACCB66}" type="presParOf" srcId="{A46C72B4-AB2C-47F1-9A7F-15BA33A1B8F6}" destId="{F8DE4C41-4FCE-4A5C-BE08-477CAA37C6E6}" srcOrd="3" destOrd="0" presId="urn:microsoft.com/office/officeart/2005/8/layout/default"/>
    <dgm:cxn modelId="{60462094-2604-47D1-A771-48BFCCB1147D}" type="presParOf" srcId="{A46C72B4-AB2C-47F1-9A7F-15BA33A1B8F6}" destId="{24B7A43F-C5F6-4FA5-83B3-FCA89E71F673}" srcOrd="4" destOrd="0" presId="urn:microsoft.com/office/officeart/2005/8/layout/default"/>
    <dgm:cxn modelId="{3FA3DBC8-EC78-4DE5-B3F7-3F1550E23266}" type="presParOf" srcId="{A46C72B4-AB2C-47F1-9A7F-15BA33A1B8F6}" destId="{1EFD364D-078A-4B7F-A7F0-86081AB8721B}" srcOrd="5" destOrd="0" presId="urn:microsoft.com/office/officeart/2005/8/layout/default"/>
    <dgm:cxn modelId="{2B4E3CBD-F20C-4F8C-BAE5-41C0780E8850}" type="presParOf" srcId="{A46C72B4-AB2C-47F1-9A7F-15BA33A1B8F6}" destId="{8F92FBF8-448F-4C13-B878-C87CC48E6BF5}"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FA37F34-3C37-4741-AAAB-97B6EB23C51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13E8E4A-EA92-44F5-A13E-50CF72A54BDC}">
      <dgm:prSet/>
      <dgm:spPr/>
      <dgm:t>
        <a:bodyPr/>
        <a:lstStyle/>
        <a:p>
          <a:pPr>
            <a:lnSpc>
              <a:spcPct val="100000"/>
            </a:lnSpc>
          </a:pPr>
          <a:r>
            <a:rPr lang="en-GB" dirty="0"/>
            <a:t>Limitations</a:t>
          </a:r>
        </a:p>
        <a:p>
          <a:pPr>
            <a:lnSpc>
              <a:spcPct val="100000"/>
            </a:lnSpc>
          </a:pPr>
          <a:r>
            <a:rPr lang="en-GB" dirty="0"/>
            <a:t>The system may face higher operational costs, serverless cold-start delays, and network latency, which can affect response time and overall performance during peak usage.</a:t>
          </a:r>
          <a:endParaRPr lang="en-US" dirty="0"/>
        </a:p>
      </dgm:t>
    </dgm:pt>
    <dgm:pt modelId="{12FD7757-8239-4674-BD49-C2624BA04424}" type="parTrans" cxnId="{39F50135-4517-4F72-BF51-0467968A645F}">
      <dgm:prSet/>
      <dgm:spPr/>
      <dgm:t>
        <a:bodyPr/>
        <a:lstStyle/>
        <a:p>
          <a:endParaRPr lang="en-US"/>
        </a:p>
      </dgm:t>
    </dgm:pt>
    <dgm:pt modelId="{B0450A6E-53F5-40CA-9891-50ED5A0AF82C}" type="sibTrans" cxnId="{39F50135-4517-4F72-BF51-0467968A645F}">
      <dgm:prSet/>
      <dgm:spPr/>
      <dgm:t>
        <a:bodyPr/>
        <a:lstStyle/>
        <a:p>
          <a:endParaRPr lang="en-US"/>
        </a:p>
      </dgm:t>
    </dgm:pt>
    <dgm:pt modelId="{8233389F-7951-47F6-B7F0-D4721A41CD60}">
      <dgm:prSet/>
      <dgm:spPr/>
      <dgm:t>
        <a:bodyPr/>
        <a:lstStyle/>
        <a:p>
          <a:pPr>
            <a:lnSpc>
              <a:spcPct val="100000"/>
            </a:lnSpc>
          </a:pPr>
          <a:r>
            <a:rPr lang="en-GB" dirty="0"/>
            <a:t>Ethics</a:t>
          </a:r>
        </a:p>
        <a:p>
          <a:pPr>
            <a:lnSpc>
              <a:spcPct val="100000"/>
            </a:lnSpc>
          </a:pPr>
          <a:r>
            <a:rPr lang="en-GB" dirty="0"/>
            <a:t>It must protect user privacy, comply with GDPR and data protection laws, and ensure proper copyright and content ownership handling.</a:t>
          </a:r>
        </a:p>
        <a:p>
          <a:endParaRPr lang="en-US" dirty="0"/>
        </a:p>
      </dgm:t>
    </dgm:pt>
    <dgm:pt modelId="{EE96E9FE-C0A8-4615-9A79-386246D27749}" type="parTrans" cxnId="{D3805EAA-FE86-4201-B88C-D53231DE9CCA}">
      <dgm:prSet/>
      <dgm:spPr/>
      <dgm:t>
        <a:bodyPr/>
        <a:lstStyle/>
        <a:p>
          <a:endParaRPr lang="en-US"/>
        </a:p>
      </dgm:t>
    </dgm:pt>
    <dgm:pt modelId="{AAC2337E-B13D-497F-A611-6EC59D9D187C}" type="sibTrans" cxnId="{D3805EAA-FE86-4201-B88C-D53231DE9CCA}">
      <dgm:prSet/>
      <dgm:spPr/>
      <dgm:t>
        <a:bodyPr/>
        <a:lstStyle/>
        <a:p>
          <a:endParaRPr lang="en-US"/>
        </a:p>
      </dgm:t>
    </dgm:pt>
    <dgm:pt modelId="{CCC3CABD-0527-4C2A-B503-58150A5280EB}">
      <dgm:prSet/>
      <dgm:spPr/>
      <dgm:t>
        <a:bodyPr/>
        <a:lstStyle/>
        <a:p>
          <a:pPr>
            <a:lnSpc>
              <a:spcPct val="100000"/>
            </a:lnSpc>
          </a:pPr>
          <a:r>
            <a:rPr lang="en-GB" dirty="0"/>
            <a:t>Improvements</a:t>
          </a:r>
        </a:p>
        <a:p>
          <a:pPr>
            <a:lnSpc>
              <a:spcPct val="100000"/>
            </a:lnSpc>
          </a:pPr>
          <a:r>
            <a:rPr lang="en-GB" dirty="0"/>
            <a:t>Future upgrades can include AI-based content moderation, enhanced encryption for stronger security, and global replication to improve availability and reduce latency worldwide.</a:t>
          </a:r>
        </a:p>
        <a:p>
          <a:endParaRPr lang="en-US" dirty="0"/>
        </a:p>
      </dgm:t>
    </dgm:pt>
    <dgm:pt modelId="{CAA326FE-7808-466C-A62E-57FDF05B4000}" type="parTrans" cxnId="{B8B6961E-428D-4AD9-9224-542574B77574}">
      <dgm:prSet/>
      <dgm:spPr/>
      <dgm:t>
        <a:bodyPr/>
        <a:lstStyle/>
        <a:p>
          <a:endParaRPr lang="en-US"/>
        </a:p>
      </dgm:t>
    </dgm:pt>
    <dgm:pt modelId="{2B8D54BA-915A-452C-A263-0E00AB974F07}" type="sibTrans" cxnId="{B8B6961E-428D-4AD9-9224-542574B77574}">
      <dgm:prSet/>
      <dgm:spPr/>
      <dgm:t>
        <a:bodyPr/>
        <a:lstStyle/>
        <a:p>
          <a:endParaRPr lang="en-US"/>
        </a:p>
      </dgm:t>
    </dgm:pt>
    <dgm:pt modelId="{D33F2A69-AF31-43DB-A7DA-81E9D0495C1D}" type="pres">
      <dgm:prSet presAssocID="{5FA37F34-3C37-4741-AAAB-97B6EB23C51E}" presName="root" presStyleCnt="0">
        <dgm:presLayoutVars>
          <dgm:dir/>
          <dgm:resizeHandles val="exact"/>
        </dgm:presLayoutVars>
      </dgm:prSet>
      <dgm:spPr/>
    </dgm:pt>
    <dgm:pt modelId="{D595F52E-A5B2-4A7E-80C4-25B374FE9BBB}" type="pres">
      <dgm:prSet presAssocID="{E13E8E4A-EA92-44F5-A13E-50CF72A54BDC}" presName="compNode" presStyleCnt="0"/>
      <dgm:spPr/>
    </dgm:pt>
    <dgm:pt modelId="{4D2F1AC7-A750-4334-9884-BABA4FAC5947}" type="pres">
      <dgm:prSet presAssocID="{E13E8E4A-EA92-44F5-A13E-50CF72A54BDC}" presName="bgRect" presStyleLbl="bgShp" presStyleIdx="0" presStyleCnt="3"/>
      <dgm:spPr/>
    </dgm:pt>
    <dgm:pt modelId="{67627186-EA31-4384-897D-DF317270D456}" type="pres">
      <dgm:prSet presAssocID="{E13E8E4A-EA92-44F5-A13E-50CF72A54BD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B96FAA3B-C3C9-48A1-A37A-FC83A1B39A70}" type="pres">
      <dgm:prSet presAssocID="{E13E8E4A-EA92-44F5-A13E-50CF72A54BDC}" presName="spaceRect" presStyleCnt="0"/>
      <dgm:spPr/>
    </dgm:pt>
    <dgm:pt modelId="{C9EDDE7F-7C05-4E62-815B-3B9A2955FACD}" type="pres">
      <dgm:prSet presAssocID="{E13E8E4A-EA92-44F5-A13E-50CF72A54BDC}" presName="parTx" presStyleLbl="revTx" presStyleIdx="0" presStyleCnt="3">
        <dgm:presLayoutVars>
          <dgm:chMax val="0"/>
          <dgm:chPref val="0"/>
        </dgm:presLayoutVars>
      </dgm:prSet>
      <dgm:spPr/>
    </dgm:pt>
    <dgm:pt modelId="{C5894E78-9EFE-428E-A12D-E90A3C0ED081}" type="pres">
      <dgm:prSet presAssocID="{B0450A6E-53F5-40CA-9891-50ED5A0AF82C}" presName="sibTrans" presStyleCnt="0"/>
      <dgm:spPr/>
    </dgm:pt>
    <dgm:pt modelId="{9E347729-98EA-42A5-A465-B46F503BFE28}" type="pres">
      <dgm:prSet presAssocID="{8233389F-7951-47F6-B7F0-D4721A41CD60}" presName="compNode" presStyleCnt="0"/>
      <dgm:spPr/>
    </dgm:pt>
    <dgm:pt modelId="{0E5FD017-A110-4F00-9285-FB6358CAEFFD}" type="pres">
      <dgm:prSet presAssocID="{8233389F-7951-47F6-B7F0-D4721A41CD60}" presName="bgRect" presStyleLbl="bgShp" presStyleIdx="1" presStyleCnt="3"/>
      <dgm:spPr/>
    </dgm:pt>
    <dgm:pt modelId="{A11E000E-0EF9-402D-B3E3-9FF1FE36DD21}" type="pres">
      <dgm:prSet presAssocID="{8233389F-7951-47F6-B7F0-D4721A41CD6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8EE09200-8E70-4B9A-B96C-1F6819C6EA8F}" type="pres">
      <dgm:prSet presAssocID="{8233389F-7951-47F6-B7F0-D4721A41CD60}" presName="spaceRect" presStyleCnt="0"/>
      <dgm:spPr/>
    </dgm:pt>
    <dgm:pt modelId="{92EDBEC1-8DD7-44DF-ACEA-46F10EB899CD}" type="pres">
      <dgm:prSet presAssocID="{8233389F-7951-47F6-B7F0-D4721A41CD60}" presName="parTx" presStyleLbl="revTx" presStyleIdx="1" presStyleCnt="3">
        <dgm:presLayoutVars>
          <dgm:chMax val="0"/>
          <dgm:chPref val="0"/>
        </dgm:presLayoutVars>
      </dgm:prSet>
      <dgm:spPr/>
    </dgm:pt>
    <dgm:pt modelId="{9953B041-CBE7-4B12-9582-BADBF0847A5D}" type="pres">
      <dgm:prSet presAssocID="{AAC2337E-B13D-497F-A611-6EC59D9D187C}" presName="sibTrans" presStyleCnt="0"/>
      <dgm:spPr/>
    </dgm:pt>
    <dgm:pt modelId="{255777CF-744C-404B-8382-0B6A4BA2C90E}" type="pres">
      <dgm:prSet presAssocID="{CCC3CABD-0527-4C2A-B503-58150A5280EB}" presName="compNode" presStyleCnt="0"/>
      <dgm:spPr/>
    </dgm:pt>
    <dgm:pt modelId="{03E5DE5F-C01F-480E-A2CC-046E2EE478BF}" type="pres">
      <dgm:prSet presAssocID="{CCC3CABD-0527-4C2A-B503-58150A5280EB}" presName="bgRect" presStyleLbl="bgShp" presStyleIdx="2" presStyleCnt="3"/>
      <dgm:spPr/>
    </dgm:pt>
    <dgm:pt modelId="{71357F2B-BB89-4BC0-9220-C72BCC59B5B1}" type="pres">
      <dgm:prSet presAssocID="{CCC3CABD-0527-4C2A-B503-58150A5280E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80D82014-D485-4BBE-8A97-8E8CAD1C9387}" type="pres">
      <dgm:prSet presAssocID="{CCC3CABD-0527-4C2A-B503-58150A5280EB}" presName="spaceRect" presStyleCnt="0"/>
      <dgm:spPr/>
    </dgm:pt>
    <dgm:pt modelId="{F7640004-B1F2-4724-8090-2F586EB9A0A4}" type="pres">
      <dgm:prSet presAssocID="{CCC3CABD-0527-4C2A-B503-58150A5280EB}" presName="parTx" presStyleLbl="revTx" presStyleIdx="2" presStyleCnt="3">
        <dgm:presLayoutVars>
          <dgm:chMax val="0"/>
          <dgm:chPref val="0"/>
        </dgm:presLayoutVars>
      </dgm:prSet>
      <dgm:spPr/>
    </dgm:pt>
  </dgm:ptLst>
  <dgm:cxnLst>
    <dgm:cxn modelId="{DDAFF114-74F2-4314-B92C-421313C8F544}" type="presOf" srcId="{8233389F-7951-47F6-B7F0-D4721A41CD60}" destId="{92EDBEC1-8DD7-44DF-ACEA-46F10EB899CD}" srcOrd="0" destOrd="0" presId="urn:microsoft.com/office/officeart/2018/2/layout/IconVerticalSolidList"/>
    <dgm:cxn modelId="{B8B6961E-428D-4AD9-9224-542574B77574}" srcId="{5FA37F34-3C37-4741-AAAB-97B6EB23C51E}" destId="{CCC3CABD-0527-4C2A-B503-58150A5280EB}" srcOrd="2" destOrd="0" parTransId="{CAA326FE-7808-466C-A62E-57FDF05B4000}" sibTransId="{2B8D54BA-915A-452C-A263-0E00AB974F07}"/>
    <dgm:cxn modelId="{39F50135-4517-4F72-BF51-0467968A645F}" srcId="{5FA37F34-3C37-4741-AAAB-97B6EB23C51E}" destId="{E13E8E4A-EA92-44F5-A13E-50CF72A54BDC}" srcOrd="0" destOrd="0" parTransId="{12FD7757-8239-4674-BD49-C2624BA04424}" sibTransId="{B0450A6E-53F5-40CA-9891-50ED5A0AF82C}"/>
    <dgm:cxn modelId="{D0AC4760-8535-4529-A7ED-1CC9A650064D}" type="presOf" srcId="{E13E8E4A-EA92-44F5-A13E-50CF72A54BDC}" destId="{C9EDDE7F-7C05-4E62-815B-3B9A2955FACD}" srcOrd="0" destOrd="0" presId="urn:microsoft.com/office/officeart/2018/2/layout/IconVerticalSolidList"/>
    <dgm:cxn modelId="{D3805EAA-FE86-4201-B88C-D53231DE9CCA}" srcId="{5FA37F34-3C37-4741-AAAB-97B6EB23C51E}" destId="{8233389F-7951-47F6-B7F0-D4721A41CD60}" srcOrd="1" destOrd="0" parTransId="{EE96E9FE-C0A8-4615-9A79-386246D27749}" sibTransId="{AAC2337E-B13D-497F-A611-6EC59D9D187C}"/>
    <dgm:cxn modelId="{51CC7CAF-3EDD-4750-9179-4D9AB1D01A5B}" type="presOf" srcId="{5FA37F34-3C37-4741-AAAB-97B6EB23C51E}" destId="{D33F2A69-AF31-43DB-A7DA-81E9D0495C1D}" srcOrd="0" destOrd="0" presId="urn:microsoft.com/office/officeart/2018/2/layout/IconVerticalSolidList"/>
    <dgm:cxn modelId="{BA7765EB-398A-4C99-80E6-284D1CAC3FAA}" type="presOf" srcId="{CCC3CABD-0527-4C2A-B503-58150A5280EB}" destId="{F7640004-B1F2-4724-8090-2F586EB9A0A4}" srcOrd="0" destOrd="0" presId="urn:microsoft.com/office/officeart/2018/2/layout/IconVerticalSolidList"/>
    <dgm:cxn modelId="{CF593817-DFD1-4579-B036-8E2AF22E6AC2}" type="presParOf" srcId="{D33F2A69-AF31-43DB-A7DA-81E9D0495C1D}" destId="{D595F52E-A5B2-4A7E-80C4-25B374FE9BBB}" srcOrd="0" destOrd="0" presId="urn:microsoft.com/office/officeart/2018/2/layout/IconVerticalSolidList"/>
    <dgm:cxn modelId="{5D3E6599-B5A9-4943-B64B-4E6972E1FC01}" type="presParOf" srcId="{D595F52E-A5B2-4A7E-80C4-25B374FE9BBB}" destId="{4D2F1AC7-A750-4334-9884-BABA4FAC5947}" srcOrd="0" destOrd="0" presId="urn:microsoft.com/office/officeart/2018/2/layout/IconVerticalSolidList"/>
    <dgm:cxn modelId="{F4F2EAB9-7510-4AED-9AB3-CC7295E4782F}" type="presParOf" srcId="{D595F52E-A5B2-4A7E-80C4-25B374FE9BBB}" destId="{67627186-EA31-4384-897D-DF317270D456}" srcOrd="1" destOrd="0" presId="urn:microsoft.com/office/officeart/2018/2/layout/IconVerticalSolidList"/>
    <dgm:cxn modelId="{5DC283B5-94A3-419F-A0BF-F1B219E0EDFB}" type="presParOf" srcId="{D595F52E-A5B2-4A7E-80C4-25B374FE9BBB}" destId="{B96FAA3B-C3C9-48A1-A37A-FC83A1B39A70}" srcOrd="2" destOrd="0" presId="urn:microsoft.com/office/officeart/2018/2/layout/IconVerticalSolidList"/>
    <dgm:cxn modelId="{088F2003-6717-4844-A4CA-CA21D50143BA}" type="presParOf" srcId="{D595F52E-A5B2-4A7E-80C4-25B374FE9BBB}" destId="{C9EDDE7F-7C05-4E62-815B-3B9A2955FACD}" srcOrd="3" destOrd="0" presId="urn:microsoft.com/office/officeart/2018/2/layout/IconVerticalSolidList"/>
    <dgm:cxn modelId="{6A94E02E-8E91-4EDB-9D12-6D4302011F3C}" type="presParOf" srcId="{D33F2A69-AF31-43DB-A7DA-81E9D0495C1D}" destId="{C5894E78-9EFE-428E-A12D-E90A3C0ED081}" srcOrd="1" destOrd="0" presId="urn:microsoft.com/office/officeart/2018/2/layout/IconVerticalSolidList"/>
    <dgm:cxn modelId="{13887D65-370F-4C85-AC24-767B6FF0BB6E}" type="presParOf" srcId="{D33F2A69-AF31-43DB-A7DA-81E9D0495C1D}" destId="{9E347729-98EA-42A5-A465-B46F503BFE28}" srcOrd="2" destOrd="0" presId="urn:microsoft.com/office/officeart/2018/2/layout/IconVerticalSolidList"/>
    <dgm:cxn modelId="{15A47B35-1FE6-4E06-BAA4-98796F09DD89}" type="presParOf" srcId="{9E347729-98EA-42A5-A465-B46F503BFE28}" destId="{0E5FD017-A110-4F00-9285-FB6358CAEFFD}" srcOrd="0" destOrd="0" presId="urn:microsoft.com/office/officeart/2018/2/layout/IconVerticalSolidList"/>
    <dgm:cxn modelId="{7DED7DDC-6ACD-4EE7-8A35-2C77D6F7DAB3}" type="presParOf" srcId="{9E347729-98EA-42A5-A465-B46F503BFE28}" destId="{A11E000E-0EF9-402D-B3E3-9FF1FE36DD21}" srcOrd="1" destOrd="0" presId="urn:microsoft.com/office/officeart/2018/2/layout/IconVerticalSolidList"/>
    <dgm:cxn modelId="{4B65E1AB-6222-4349-85A1-71770CC8B7A7}" type="presParOf" srcId="{9E347729-98EA-42A5-A465-B46F503BFE28}" destId="{8EE09200-8E70-4B9A-B96C-1F6819C6EA8F}" srcOrd="2" destOrd="0" presId="urn:microsoft.com/office/officeart/2018/2/layout/IconVerticalSolidList"/>
    <dgm:cxn modelId="{8342EDF3-8EED-483A-8194-0205A04CC95E}" type="presParOf" srcId="{9E347729-98EA-42A5-A465-B46F503BFE28}" destId="{92EDBEC1-8DD7-44DF-ACEA-46F10EB899CD}" srcOrd="3" destOrd="0" presId="urn:microsoft.com/office/officeart/2018/2/layout/IconVerticalSolidList"/>
    <dgm:cxn modelId="{EDF16A0A-6640-4772-B8C4-9C5DFEECF791}" type="presParOf" srcId="{D33F2A69-AF31-43DB-A7DA-81E9D0495C1D}" destId="{9953B041-CBE7-4B12-9582-BADBF0847A5D}" srcOrd="3" destOrd="0" presId="urn:microsoft.com/office/officeart/2018/2/layout/IconVerticalSolidList"/>
    <dgm:cxn modelId="{615E5BED-07C3-449D-9561-68698F29E12C}" type="presParOf" srcId="{D33F2A69-AF31-43DB-A7DA-81E9D0495C1D}" destId="{255777CF-744C-404B-8382-0B6A4BA2C90E}" srcOrd="4" destOrd="0" presId="urn:microsoft.com/office/officeart/2018/2/layout/IconVerticalSolidList"/>
    <dgm:cxn modelId="{3AF023FB-CC8F-4DC4-96A9-134EB3803237}" type="presParOf" srcId="{255777CF-744C-404B-8382-0B6A4BA2C90E}" destId="{03E5DE5F-C01F-480E-A2CC-046E2EE478BF}" srcOrd="0" destOrd="0" presId="urn:microsoft.com/office/officeart/2018/2/layout/IconVerticalSolidList"/>
    <dgm:cxn modelId="{7F6D1E61-ED95-4E48-8235-09E16C2631C3}" type="presParOf" srcId="{255777CF-744C-404B-8382-0B6A4BA2C90E}" destId="{71357F2B-BB89-4BC0-9220-C72BCC59B5B1}" srcOrd="1" destOrd="0" presId="urn:microsoft.com/office/officeart/2018/2/layout/IconVerticalSolidList"/>
    <dgm:cxn modelId="{28358D99-E87A-4912-9155-F4285C61E829}" type="presParOf" srcId="{255777CF-744C-404B-8382-0B6A4BA2C90E}" destId="{80D82014-D485-4BBE-8A97-8E8CAD1C9387}" srcOrd="2" destOrd="0" presId="urn:microsoft.com/office/officeart/2018/2/layout/IconVerticalSolidList"/>
    <dgm:cxn modelId="{586600D2-4603-43F4-BE50-98B6B3FD1804}" type="presParOf" srcId="{255777CF-744C-404B-8382-0B6A4BA2C90E}" destId="{F7640004-B1F2-4724-8090-2F586EB9A0A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E7A2889-B826-4133-875F-1F2088042F3C}"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A1DAD6A8-6F55-45E9-A6CF-C6DFB2E8BA11}">
      <dgm:prSet/>
      <dgm:spPr/>
      <dgm:t>
        <a:bodyPr/>
        <a:lstStyle/>
        <a:p>
          <a:r>
            <a:rPr lang="en-GB"/>
            <a:t>Cloud-native solution = scalable, reliable, cost-efficient</a:t>
          </a:r>
          <a:endParaRPr lang="en-US"/>
        </a:p>
      </dgm:t>
    </dgm:pt>
    <dgm:pt modelId="{C68BEDB5-8FE5-4650-AE79-A7A0267675F8}" type="parTrans" cxnId="{961347F0-FB27-41CD-8D9E-186471B36D3A}">
      <dgm:prSet/>
      <dgm:spPr/>
      <dgm:t>
        <a:bodyPr/>
        <a:lstStyle/>
        <a:p>
          <a:endParaRPr lang="en-US"/>
        </a:p>
      </dgm:t>
    </dgm:pt>
    <dgm:pt modelId="{1844212F-4F7A-44CE-810D-38AC4439A57C}" type="sibTrans" cxnId="{961347F0-FB27-41CD-8D9E-186471B36D3A}">
      <dgm:prSet/>
      <dgm:spPr/>
      <dgm:t>
        <a:bodyPr/>
        <a:lstStyle/>
        <a:p>
          <a:endParaRPr lang="en-US"/>
        </a:p>
      </dgm:t>
    </dgm:pt>
    <dgm:pt modelId="{CBAC84A2-ABF7-455A-A4CE-6EE0F7C0EBB6}">
      <dgm:prSet/>
      <dgm:spPr/>
      <dgm:t>
        <a:bodyPr/>
        <a:lstStyle/>
        <a:p>
          <a:r>
            <a:rPr lang="en-GB"/>
            <a:t>Azure services integrate frontend, backend, storage, and DB</a:t>
          </a:r>
          <a:endParaRPr lang="en-US"/>
        </a:p>
      </dgm:t>
    </dgm:pt>
    <dgm:pt modelId="{4CEB678C-F026-48AE-ABD5-5CD3473C1295}" type="parTrans" cxnId="{CCCFC13A-56FC-42E2-B4B1-2D077D01516C}">
      <dgm:prSet/>
      <dgm:spPr/>
      <dgm:t>
        <a:bodyPr/>
        <a:lstStyle/>
        <a:p>
          <a:endParaRPr lang="en-US"/>
        </a:p>
      </dgm:t>
    </dgm:pt>
    <dgm:pt modelId="{9F06B71C-577A-4611-86C7-8A93C515620A}" type="sibTrans" cxnId="{CCCFC13A-56FC-42E2-B4B1-2D077D01516C}">
      <dgm:prSet/>
      <dgm:spPr/>
      <dgm:t>
        <a:bodyPr/>
        <a:lstStyle/>
        <a:p>
          <a:endParaRPr lang="en-US"/>
        </a:p>
      </dgm:t>
    </dgm:pt>
    <dgm:pt modelId="{DF51C299-8AF0-4CA7-99D4-4E64A9C89EEE}">
      <dgm:prSet/>
      <dgm:spPr/>
      <dgm:t>
        <a:bodyPr/>
        <a:lstStyle/>
        <a:p>
          <a:r>
            <a:rPr lang="en-GB"/>
            <a:t>Commercially viable, extensible for future features</a:t>
          </a:r>
          <a:endParaRPr lang="en-US"/>
        </a:p>
      </dgm:t>
    </dgm:pt>
    <dgm:pt modelId="{842A26C9-ED31-4FDC-8D1F-3F48F3239FAC}" type="parTrans" cxnId="{E87B8A26-8FB6-473E-BADA-9B363908B587}">
      <dgm:prSet/>
      <dgm:spPr/>
      <dgm:t>
        <a:bodyPr/>
        <a:lstStyle/>
        <a:p>
          <a:endParaRPr lang="en-US"/>
        </a:p>
      </dgm:t>
    </dgm:pt>
    <dgm:pt modelId="{9C63F16E-D51A-4342-A0FB-E1749F82A216}" type="sibTrans" cxnId="{E87B8A26-8FB6-473E-BADA-9B363908B587}">
      <dgm:prSet/>
      <dgm:spPr/>
      <dgm:t>
        <a:bodyPr/>
        <a:lstStyle/>
        <a:p>
          <a:endParaRPr lang="en-US"/>
        </a:p>
      </dgm:t>
    </dgm:pt>
    <dgm:pt modelId="{3444B41B-7037-450D-8E25-CB183E65FFA8}" type="pres">
      <dgm:prSet presAssocID="{8E7A2889-B826-4133-875F-1F2088042F3C}" presName="hierChild1" presStyleCnt="0">
        <dgm:presLayoutVars>
          <dgm:chPref val="1"/>
          <dgm:dir/>
          <dgm:animOne val="branch"/>
          <dgm:animLvl val="lvl"/>
          <dgm:resizeHandles/>
        </dgm:presLayoutVars>
      </dgm:prSet>
      <dgm:spPr/>
    </dgm:pt>
    <dgm:pt modelId="{81A35A55-ABAF-43AE-8DF9-DDC451D00110}" type="pres">
      <dgm:prSet presAssocID="{A1DAD6A8-6F55-45E9-A6CF-C6DFB2E8BA11}" presName="hierRoot1" presStyleCnt="0"/>
      <dgm:spPr/>
    </dgm:pt>
    <dgm:pt modelId="{22E2CEE6-B289-45AE-A30D-27497EF7CE68}" type="pres">
      <dgm:prSet presAssocID="{A1DAD6A8-6F55-45E9-A6CF-C6DFB2E8BA11}" presName="composite" presStyleCnt="0"/>
      <dgm:spPr/>
    </dgm:pt>
    <dgm:pt modelId="{90A489DA-A2FE-4012-8D4B-3E44BB984965}" type="pres">
      <dgm:prSet presAssocID="{A1DAD6A8-6F55-45E9-A6CF-C6DFB2E8BA11}" presName="background" presStyleLbl="node0" presStyleIdx="0" presStyleCnt="3"/>
      <dgm:spPr/>
    </dgm:pt>
    <dgm:pt modelId="{B32B379F-31D4-446E-8117-13E5203E4F3D}" type="pres">
      <dgm:prSet presAssocID="{A1DAD6A8-6F55-45E9-A6CF-C6DFB2E8BA11}" presName="text" presStyleLbl="fgAcc0" presStyleIdx="0" presStyleCnt="3">
        <dgm:presLayoutVars>
          <dgm:chPref val="3"/>
        </dgm:presLayoutVars>
      </dgm:prSet>
      <dgm:spPr/>
    </dgm:pt>
    <dgm:pt modelId="{2743FE07-DC59-4F8E-B84E-4BAC785BA9CE}" type="pres">
      <dgm:prSet presAssocID="{A1DAD6A8-6F55-45E9-A6CF-C6DFB2E8BA11}" presName="hierChild2" presStyleCnt="0"/>
      <dgm:spPr/>
    </dgm:pt>
    <dgm:pt modelId="{10844029-5280-44E8-8FE8-9324CDF538FB}" type="pres">
      <dgm:prSet presAssocID="{CBAC84A2-ABF7-455A-A4CE-6EE0F7C0EBB6}" presName="hierRoot1" presStyleCnt="0"/>
      <dgm:spPr/>
    </dgm:pt>
    <dgm:pt modelId="{4E6E8ECF-B53C-4E08-AEF3-665531D43E60}" type="pres">
      <dgm:prSet presAssocID="{CBAC84A2-ABF7-455A-A4CE-6EE0F7C0EBB6}" presName="composite" presStyleCnt="0"/>
      <dgm:spPr/>
    </dgm:pt>
    <dgm:pt modelId="{5CCA6C66-F5A5-45C9-A943-8C048BBDF0E8}" type="pres">
      <dgm:prSet presAssocID="{CBAC84A2-ABF7-455A-A4CE-6EE0F7C0EBB6}" presName="background" presStyleLbl="node0" presStyleIdx="1" presStyleCnt="3"/>
      <dgm:spPr/>
    </dgm:pt>
    <dgm:pt modelId="{667AFE19-A1AA-4EFC-83CB-41FEF1A00CF9}" type="pres">
      <dgm:prSet presAssocID="{CBAC84A2-ABF7-455A-A4CE-6EE0F7C0EBB6}" presName="text" presStyleLbl="fgAcc0" presStyleIdx="1" presStyleCnt="3">
        <dgm:presLayoutVars>
          <dgm:chPref val="3"/>
        </dgm:presLayoutVars>
      </dgm:prSet>
      <dgm:spPr/>
    </dgm:pt>
    <dgm:pt modelId="{009770EF-852F-413C-96F2-853DE3C949E9}" type="pres">
      <dgm:prSet presAssocID="{CBAC84A2-ABF7-455A-A4CE-6EE0F7C0EBB6}" presName="hierChild2" presStyleCnt="0"/>
      <dgm:spPr/>
    </dgm:pt>
    <dgm:pt modelId="{3B6D41DC-99FD-479F-BD8F-38D7CE5903EB}" type="pres">
      <dgm:prSet presAssocID="{DF51C299-8AF0-4CA7-99D4-4E64A9C89EEE}" presName="hierRoot1" presStyleCnt="0"/>
      <dgm:spPr/>
    </dgm:pt>
    <dgm:pt modelId="{E38FCD4B-2CCF-4843-AFD5-7085ADBC1804}" type="pres">
      <dgm:prSet presAssocID="{DF51C299-8AF0-4CA7-99D4-4E64A9C89EEE}" presName="composite" presStyleCnt="0"/>
      <dgm:spPr/>
    </dgm:pt>
    <dgm:pt modelId="{14578A39-DCBE-4008-9A62-C29B3237D680}" type="pres">
      <dgm:prSet presAssocID="{DF51C299-8AF0-4CA7-99D4-4E64A9C89EEE}" presName="background" presStyleLbl="node0" presStyleIdx="2" presStyleCnt="3"/>
      <dgm:spPr/>
    </dgm:pt>
    <dgm:pt modelId="{B03D7392-F197-41BF-AB99-97EDF3A1C172}" type="pres">
      <dgm:prSet presAssocID="{DF51C299-8AF0-4CA7-99D4-4E64A9C89EEE}" presName="text" presStyleLbl="fgAcc0" presStyleIdx="2" presStyleCnt="3">
        <dgm:presLayoutVars>
          <dgm:chPref val="3"/>
        </dgm:presLayoutVars>
      </dgm:prSet>
      <dgm:spPr/>
    </dgm:pt>
    <dgm:pt modelId="{A6A5B1B2-3A78-4848-BB94-987AF8E88FDA}" type="pres">
      <dgm:prSet presAssocID="{DF51C299-8AF0-4CA7-99D4-4E64A9C89EEE}" presName="hierChild2" presStyleCnt="0"/>
      <dgm:spPr/>
    </dgm:pt>
  </dgm:ptLst>
  <dgm:cxnLst>
    <dgm:cxn modelId="{85BDF61A-7154-48B3-80F6-954CE132C5BD}" type="presOf" srcId="{A1DAD6A8-6F55-45E9-A6CF-C6DFB2E8BA11}" destId="{B32B379F-31D4-446E-8117-13E5203E4F3D}" srcOrd="0" destOrd="0" presId="urn:microsoft.com/office/officeart/2005/8/layout/hierarchy1"/>
    <dgm:cxn modelId="{E87B8A26-8FB6-473E-BADA-9B363908B587}" srcId="{8E7A2889-B826-4133-875F-1F2088042F3C}" destId="{DF51C299-8AF0-4CA7-99D4-4E64A9C89EEE}" srcOrd="2" destOrd="0" parTransId="{842A26C9-ED31-4FDC-8D1F-3F48F3239FAC}" sibTransId="{9C63F16E-D51A-4342-A0FB-E1749F82A216}"/>
    <dgm:cxn modelId="{9174CC2D-57A4-4EED-84E6-ED75C6ED1692}" type="presOf" srcId="{CBAC84A2-ABF7-455A-A4CE-6EE0F7C0EBB6}" destId="{667AFE19-A1AA-4EFC-83CB-41FEF1A00CF9}" srcOrd="0" destOrd="0" presId="urn:microsoft.com/office/officeart/2005/8/layout/hierarchy1"/>
    <dgm:cxn modelId="{C0D44438-C227-488F-9CE5-2947C64B27C2}" type="presOf" srcId="{DF51C299-8AF0-4CA7-99D4-4E64A9C89EEE}" destId="{B03D7392-F197-41BF-AB99-97EDF3A1C172}" srcOrd="0" destOrd="0" presId="urn:microsoft.com/office/officeart/2005/8/layout/hierarchy1"/>
    <dgm:cxn modelId="{CCCFC13A-56FC-42E2-B4B1-2D077D01516C}" srcId="{8E7A2889-B826-4133-875F-1F2088042F3C}" destId="{CBAC84A2-ABF7-455A-A4CE-6EE0F7C0EBB6}" srcOrd="1" destOrd="0" parTransId="{4CEB678C-F026-48AE-ABD5-5CD3473C1295}" sibTransId="{9F06B71C-577A-4611-86C7-8A93C515620A}"/>
    <dgm:cxn modelId="{475056AC-B40D-463D-93FB-71C25C77A9F6}" type="presOf" srcId="{8E7A2889-B826-4133-875F-1F2088042F3C}" destId="{3444B41B-7037-450D-8E25-CB183E65FFA8}" srcOrd="0" destOrd="0" presId="urn:microsoft.com/office/officeart/2005/8/layout/hierarchy1"/>
    <dgm:cxn modelId="{961347F0-FB27-41CD-8D9E-186471B36D3A}" srcId="{8E7A2889-B826-4133-875F-1F2088042F3C}" destId="{A1DAD6A8-6F55-45E9-A6CF-C6DFB2E8BA11}" srcOrd="0" destOrd="0" parTransId="{C68BEDB5-8FE5-4650-AE79-A7A0267675F8}" sibTransId="{1844212F-4F7A-44CE-810D-38AC4439A57C}"/>
    <dgm:cxn modelId="{24C4B13C-4BE6-43FA-B982-6C8EDA7926DB}" type="presParOf" srcId="{3444B41B-7037-450D-8E25-CB183E65FFA8}" destId="{81A35A55-ABAF-43AE-8DF9-DDC451D00110}" srcOrd="0" destOrd="0" presId="urn:microsoft.com/office/officeart/2005/8/layout/hierarchy1"/>
    <dgm:cxn modelId="{E85398CF-BE11-4C47-86FB-D86536A0D47C}" type="presParOf" srcId="{81A35A55-ABAF-43AE-8DF9-DDC451D00110}" destId="{22E2CEE6-B289-45AE-A30D-27497EF7CE68}" srcOrd="0" destOrd="0" presId="urn:microsoft.com/office/officeart/2005/8/layout/hierarchy1"/>
    <dgm:cxn modelId="{9194507D-8898-4719-A368-62EE844B7D3E}" type="presParOf" srcId="{22E2CEE6-B289-45AE-A30D-27497EF7CE68}" destId="{90A489DA-A2FE-4012-8D4B-3E44BB984965}" srcOrd="0" destOrd="0" presId="urn:microsoft.com/office/officeart/2005/8/layout/hierarchy1"/>
    <dgm:cxn modelId="{C47698C8-C38B-4272-BC58-257152811F6A}" type="presParOf" srcId="{22E2CEE6-B289-45AE-A30D-27497EF7CE68}" destId="{B32B379F-31D4-446E-8117-13E5203E4F3D}" srcOrd="1" destOrd="0" presId="urn:microsoft.com/office/officeart/2005/8/layout/hierarchy1"/>
    <dgm:cxn modelId="{5708574F-5C69-4A27-B9C0-5D5FCC4C59C9}" type="presParOf" srcId="{81A35A55-ABAF-43AE-8DF9-DDC451D00110}" destId="{2743FE07-DC59-4F8E-B84E-4BAC785BA9CE}" srcOrd="1" destOrd="0" presId="urn:microsoft.com/office/officeart/2005/8/layout/hierarchy1"/>
    <dgm:cxn modelId="{7B9DD969-9DDB-45DB-879D-5C56E7A81653}" type="presParOf" srcId="{3444B41B-7037-450D-8E25-CB183E65FFA8}" destId="{10844029-5280-44E8-8FE8-9324CDF538FB}" srcOrd="1" destOrd="0" presId="urn:microsoft.com/office/officeart/2005/8/layout/hierarchy1"/>
    <dgm:cxn modelId="{55851367-3609-4F9D-A80E-D5A9F89EFF88}" type="presParOf" srcId="{10844029-5280-44E8-8FE8-9324CDF538FB}" destId="{4E6E8ECF-B53C-4E08-AEF3-665531D43E60}" srcOrd="0" destOrd="0" presId="urn:microsoft.com/office/officeart/2005/8/layout/hierarchy1"/>
    <dgm:cxn modelId="{BD039E4E-64ED-4F1A-9DE9-76B10DD63DD4}" type="presParOf" srcId="{4E6E8ECF-B53C-4E08-AEF3-665531D43E60}" destId="{5CCA6C66-F5A5-45C9-A943-8C048BBDF0E8}" srcOrd="0" destOrd="0" presId="urn:microsoft.com/office/officeart/2005/8/layout/hierarchy1"/>
    <dgm:cxn modelId="{D781B9C0-FE0E-4A4D-90F0-047E4B6E5CA6}" type="presParOf" srcId="{4E6E8ECF-B53C-4E08-AEF3-665531D43E60}" destId="{667AFE19-A1AA-4EFC-83CB-41FEF1A00CF9}" srcOrd="1" destOrd="0" presId="urn:microsoft.com/office/officeart/2005/8/layout/hierarchy1"/>
    <dgm:cxn modelId="{27768D77-03EB-4984-A200-34B96F8678D7}" type="presParOf" srcId="{10844029-5280-44E8-8FE8-9324CDF538FB}" destId="{009770EF-852F-413C-96F2-853DE3C949E9}" srcOrd="1" destOrd="0" presId="urn:microsoft.com/office/officeart/2005/8/layout/hierarchy1"/>
    <dgm:cxn modelId="{4F8FB094-5B0A-4BF1-8DAB-0F4C0BDD32B8}" type="presParOf" srcId="{3444B41B-7037-450D-8E25-CB183E65FFA8}" destId="{3B6D41DC-99FD-479F-BD8F-38D7CE5903EB}" srcOrd="2" destOrd="0" presId="urn:microsoft.com/office/officeart/2005/8/layout/hierarchy1"/>
    <dgm:cxn modelId="{4FF8BC84-21CD-4C13-8A60-5FADEDDEFAE3}" type="presParOf" srcId="{3B6D41DC-99FD-479F-BD8F-38D7CE5903EB}" destId="{E38FCD4B-2CCF-4843-AFD5-7085ADBC1804}" srcOrd="0" destOrd="0" presId="urn:microsoft.com/office/officeart/2005/8/layout/hierarchy1"/>
    <dgm:cxn modelId="{F9749C56-C705-462E-819A-9890E20A14E0}" type="presParOf" srcId="{E38FCD4B-2CCF-4843-AFD5-7085ADBC1804}" destId="{14578A39-DCBE-4008-9A62-C29B3237D680}" srcOrd="0" destOrd="0" presId="urn:microsoft.com/office/officeart/2005/8/layout/hierarchy1"/>
    <dgm:cxn modelId="{3C841B95-023B-42E5-B6A2-7AF5E91E7785}" type="presParOf" srcId="{E38FCD4B-2CCF-4843-AFD5-7085ADBC1804}" destId="{B03D7392-F197-41BF-AB99-97EDF3A1C172}" srcOrd="1" destOrd="0" presId="urn:microsoft.com/office/officeart/2005/8/layout/hierarchy1"/>
    <dgm:cxn modelId="{0175D08B-9490-4343-86D8-EC501B5F0602}" type="presParOf" srcId="{3B6D41DC-99FD-479F-BD8F-38D7CE5903EB}" destId="{A6A5B1B2-3A78-4848-BB94-987AF8E88FD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22D34C-78E4-47DD-A1BC-B8FA196F7E0A}">
      <dsp:nvSpPr>
        <dsp:cNvPr id="0" name=""/>
        <dsp:cNvSpPr/>
      </dsp:nvSpPr>
      <dsp:spPr>
        <a:xfrm>
          <a:off x="0" y="0"/>
          <a:ext cx="8181575" cy="1540207"/>
        </a:xfrm>
        <a:prstGeom prst="roundRect">
          <a:avLst>
            <a:gd name="adj" fmla="val 10000"/>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b="1" kern="1200"/>
            <a:t>Traditional apps struggle with traffic spikes, storage limits, and single points of failure.</a:t>
          </a:r>
          <a:endParaRPr lang="en-US" sz="2500" kern="1200"/>
        </a:p>
      </dsp:txBody>
      <dsp:txXfrm>
        <a:off x="45111" y="45111"/>
        <a:ext cx="6589651" cy="1449985"/>
      </dsp:txXfrm>
    </dsp:sp>
    <dsp:sp modelId="{6DD2C7FD-7CF6-4E5B-9C4E-DAA4CC8716D7}">
      <dsp:nvSpPr>
        <dsp:cNvPr id="0" name=""/>
        <dsp:cNvSpPr/>
      </dsp:nvSpPr>
      <dsp:spPr>
        <a:xfrm>
          <a:off x="1443807" y="1882475"/>
          <a:ext cx="8181575" cy="1540207"/>
        </a:xfrm>
        <a:prstGeom prst="roundRect">
          <a:avLst>
            <a:gd name="adj" fmla="val 10000"/>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b="1" kern="1200"/>
            <a:t>Cloud-native design solves these: auto-scaling, pay-as-you-go, high availability, managed services.</a:t>
          </a:r>
          <a:endParaRPr lang="en-US" sz="2500" kern="1200"/>
        </a:p>
      </dsp:txBody>
      <dsp:txXfrm>
        <a:off x="1488918" y="1927586"/>
        <a:ext cx="5646411" cy="1449985"/>
      </dsp:txXfrm>
    </dsp:sp>
    <dsp:sp modelId="{B2E4444B-5928-4780-8EFA-EE4BD8481FDE}">
      <dsp:nvSpPr>
        <dsp:cNvPr id="0" name=""/>
        <dsp:cNvSpPr/>
      </dsp:nvSpPr>
      <dsp:spPr>
        <a:xfrm>
          <a:off x="7180440" y="1210774"/>
          <a:ext cx="1001134" cy="1001134"/>
        </a:xfrm>
        <a:prstGeom prst="downArrow">
          <a:avLst>
            <a:gd name="adj1" fmla="val 55000"/>
            <a:gd name="adj2" fmla="val 45000"/>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405695" y="1210774"/>
        <a:ext cx="550624" cy="7533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A6513C-883B-4C8B-A010-20E1A1080930}">
      <dsp:nvSpPr>
        <dsp:cNvPr id="0" name=""/>
        <dsp:cNvSpPr/>
      </dsp:nvSpPr>
      <dsp:spPr>
        <a:xfrm>
          <a:off x="0" y="708948"/>
          <a:ext cx="2707138" cy="1719033"/>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020E7BFC-3A3B-403F-ACA5-2BAAC5C37B91}">
      <dsp:nvSpPr>
        <dsp:cNvPr id="0" name=""/>
        <dsp:cNvSpPr/>
      </dsp:nvSpPr>
      <dsp:spPr>
        <a:xfrm>
          <a:off x="300793" y="994701"/>
          <a:ext cx="2707138" cy="1719033"/>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b="1" kern="1200"/>
            <a:t>Cloud-native web app for uploading/viewing multimedia.</a:t>
          </a:r>
          <a:endParaRPr lang="en-US" sz="2100" kern="1200"/>
        </a:p>
      </dsp:txBody>
      <dsp:txXfrm>
        <a:off x="351142" y="1045050"/>
        <a:ext cx="2606440" cy="1618335"/>
      </dsp:txXfrm>
    </dsp:sp>
    <dsp:sp modelId="{5FEE3697-3F25-42F9-954C-CAF0B9E187AE}">
      <dsp:nvSpPr>
        <dsp:cNvPr id="0" name=""/>
        <dsp:cNvSpPr/>
      </dsp:nvSpPr>
      <dsp:spPr>
        <a:xfrm>
          <a:off x="3308725" y="708948"/>
          <a:ext cx="2707138" cy="1719033"/>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52A3FC47-E78A-45FE-9915-508CE7AD4AD8}">
      <dsp:nvSpPr>
        <dsp:cNvPr id="0" name=""/>
        <dsp:cNvSpPr/>
      </dsp:nvSpPr>
      <dsp:spPr>
        <a:xfrm>
          <a:off x="3609518" y="994701"/>
          <a:ext cx="2707138" cy="1719033"/>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b="1" kern="1200"/>
            <a:t>Files in Blob Storage, metadata in SQL/Cosmos DB.</a:t>
          </a:r>
          <a:endParaRPr lang="en-US" sz="2100" kern="1200"/>
        </a:p>
      </dsp:txBody>
      <dsp:txXfrm>
        <a:off x="3659867" y="1045050"/>
        <a:ext cx="2606440" cy="1618335"/>
      </dsp:txXfrm>
    </dsp:sp>
    <dsp:sp modelId="{75237E53-9DB4-4F4F-9B15-71DA12CB3301}">
      <dsp:nvSpPr>
        <dsp:cNvPr id="0" name=""/>
        <dsp:cNvSpPr/>
      </dsp:nvSpPr>
      <dsp:spPr>
        <a:xfrm>
          <a:off x="6617450" y="708948"/>
          <a:ext cx="2707138" cy="1719033"/>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8EE71FB8-7005-4631-8468-02CC006849B4}">
      <dsp:nvSpPr>
        <dsp:cNvPr id="0" name=""/>
        <dsp:cNvSpPr/>
      </dsp:nvSpPr>
      <dsp:spPr>
        <a:xfrm>
          <a:off x="6918244" y="994701"/>
          <a:ext cx="2707138" cy="1719033"/>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b="1" kern="1200"/>
            <a:t>Backend exposed via REST APIs, frontend is static web app.</a:t>
          </a:r>
          <a:endParaRPr lang="en-US" sz="2100" kern="1200"/>
        </a:p>
      </dsp:txBody>
      <dsp:txXfrm>
        <a:off x="6968593" y="1045050"/>
        <a:ext cx="2606440" cy="16183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ED1073-52CF-4AD3-A004-459542200369}">
      <dsp:nvSpPr>
        <dsp:cNvPr id="0" name=""/>
        <dsp:cNvSpPr/>
      </dsp:nvSpPr>
      <dsp:spPr>
        <a:xfrm>
          <a:off x="626" y="1091600"/>
          <a:ext cx="2199079" cy="1396415"/>
        </a:xfrm>
        <a:prstGeom prst="roundRect">
          <a:avLst>
            <a:gd name="adj" fmla="val 10000"/>
          </a:avLst>
        </a:prstGeom>
        <a:solidFill>
          <a:schemeClr val="accent2">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B79AC7F6-FBF6-4181-B595-BF63F98A948F}">
      <dsp:nvSpPr>
        <dsp:cNvPr id="0" name=""/>
        <dsp:cNvSpPr/>
      </dsp:nvSpPr>
      <dsp:spPr>
        <a:xfrm>
          <a:off x="244968" y="1323725"/>
          <a:ext cx="2199079" cy="1396415"/>
        </a:xfrm>
        <a:prstGeom prst="roundRect">
          <a:avLst>
            <a:gd name="adj" fmla="val 10000"/>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a:t>Home Page, Upload Page, Media Gallery</a:t>
          </a:r>
          <a:endParaRPr lang="en-US" sz="2200" kern="1200"/>
        </a:p>
      </dsp:txBody>
      <dsp:txXfrm>
        <a:off x="285868" y="1364625"/>
        <a:ext cx="2117279" cy="1314615"/>
      </dsp:txXfrm>
    </dsp:sp>
    <dsp:sp modelId="{B557A9D1-D35E-4B0A-BCB7-93177580B20D}">
      <dsp:nvSpPr>
        <dsp:cNvPr id="0" name=""/>
        <dsp:cNvSpPr/>
      </dsp:nvSpPr>
      <dsp:spPr>
        <a:xfrm>
          <a:off x="2688390" y="1091600"/>
          <a:ext cx="2199079" cy="1396415"/>
        </a:xfrm>
        <a:prstGeom prst="roundRect">
          <a:avLst>
            <a:gd name="adj" fmla="val 10000"/>
          </a:avLst>
        </a:prstGeom>
        <a:solidFill>
          <a:schemeClr val="accent2">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26FDEB37-FFF2-4EDD-B63E-C71A79A37923}">
      <dsp:nvSpPr>
        <dsp:cNvPr id="0" name=""/>
        <dsp:cNvSpPr/>
      </dsp:nvSpPr>
      <dsp:spPr>
        <a:xfrm>
          <a:off x="2932732" y="1323725"/>
          <a:ext cx="2199079" cy="1396415"/>
        </a:xfrm>
        <a:prstGeom prst="roundRect">
          <a:avLst>
            <a:gd name="adj" fmla="val 10000"/>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a:t>Simple layout, interactive with backend</a:t>
          </a:r>
          <a:endParaRPr lang="en-US" sz="2200" kern="1200"/>
        </a:p>
      </dsp:txBody>
      <dsp:txXfrm>
        <a:off x="2973632" y="1364625"/>
        <a:ext cx="2117279" cy="13146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74D4BA-CDE2-47E5-97FD-A49B71234498}">
      <dsp:nvSpPr>
        <dsp:cNvPr id="0" name=""/>
        <dsp:cNvSpPr/>
      </dsp:nvSpPr>
      <dsp:spPr>
        <a:xfrm>
          <a:off x="0" y="0"/>
          <a:ext cx="5432583" cy="1574006"/>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a:t>HTML/CSS/JS hosted on Azure Static Web Apps or Blob Storage.</a:t>
          </a:r>
          <a:endParaRPr lang="en-US" sz="2600" kern="1200"/>
        </a:p>
      </dsp:txBody>
      <dsp:txXfrm>
        <a:off x="46101" y="46101"/>
        <a:ext cx="3734108" cy="1481804"/>
      </dsp:txXfrm>
    </dsp:sp>
    <dsp:sp modelId="{481AE5E5-E782-4D6B-874E-13E352C8C165}">
      <dsp:nvSpPr>
        <dsp:cNvPr id="0" name=""/>
        <dsp:cNvSpPr/>
      </dsp:nvSpPr>
      <dsp:spPr>
        <a:xfrm>
          <a:off x="479345" y="1836340"/>
          <a:ext cx="5432583" cy="1574006"/>
        </a:xfrm>
        <a:prstGeom prst="roundRect">
          <a:avLst>
            <a:gd name="adj" fmla="val 10000"/>
          </a:avLst>
        </a:prstGeom>
        <a:solidFill>
          <a:schemeClr val="accent2">
            <a:hueOff val="-9882860"/>
            <a:satOff val="45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a:t>Communicates via REST API with backend.</a:t>
          </a:r>
          <a:endParaRPr lang="en-US" sz="2600" kern="1200"/>
        </a:p>
      </dsp:txBody>
      <dsp:txXfrm>
        <a:off x="525446" y="1882441"/>
        <a:ext cx="3837932" cy="1481804"/>
      </dsp:txXfrm>
    </dsp:sp>
    <dsp:sp modelId="{F372EE25-8917-4F59-A63B-3EDFA09FD3EA}">
      <dsp:nvSpPr>
        <dsp:cNvPr id="0" name=""/>
        <dsp:cNvSpPr/>
      </dsp:nvSpPr>
      <dsp:spPr>
        <a:xfrm>
          <a:off x="958691" y="3672680"/>
          <a:ext cx="5432583" cy="1574006"/>
        </a:xfrm>
        <a:prstGeom prst="roundRect">
          <a:avLst>
            <a:gd name="adj" fmla="val 10000"/>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a:t>Benefits: scalable, low cost, CDN support.</a:t>
          </a:r>
          <a:endParaRPr lang="en-US" sz="2600" kern="1200"/>
        </a:p>
      </dsp:txBody>
      <dsp:txXfrm>
        <a:off x="1004792" y="3718781"/>
        <a:ext cx="3837932" cy="1481804"/>
      </dsp:txXfrm>
    </dsp:sp>
    <dsp:sp modelId="{23D7775A-8BA0-43EF-82E1-43EAFB25DA1B}">
      <dsp:nvSpPr>
        <dsp:cNvPr id="0" name=""/>
        <dsp:cNvSpPr/>
      </dsp:nvSpPr>
      <dsp:spPr>
        <a:xfrm>
          <a:off x="4409479" y="1193621"/>
          <a:ext cx="1023103" cy="1023103"/>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639677" y="1193621"/>
        <a:ext cx="562707" cy="769885"/>
      </dsp:txXfrm>
    </dsp:sp>
    <dsp:sp modelId="{678A23D1-CAE2-45C5-807F-A67FA1511BEC}">
      <dsp:nvSpPr>
        <dsp:cNvPr id="0" name=""/>
        <dsp:cNvSpPr/>
      </dsp:nvSpPr>
      <dsp:spPr>
        <a:xfrm>
          <a:off x="4888825" y="3019468"/>
          <a:ext cx="1023103" cy="1023103"/>
        </a:xfrm>
        <a:prstGeom prst="downArrow">
          <a:avLst>
            <a:gd name="adj1" fmla="val 55000"/>
            <a:gd name="adj2" fmla="val 45000"/>
          </a:avLst>
        </a:prstGeom>
        <a:solidFill>
          <a:schemeClr val="accent2">
            <a:tint val="40000"/>
            <a:alpha val="90000"/>
            <a:hueOff val="-20604185"/>
            <a:satOff val="1061"/>
            <a:lumOff val="55"/>
            <a:alphaOff val="0"/>
          </a:schemeClr>
        </a:solidFill>
        <a:ln w="19050" cap="rnd" cmpd="sng" algn="ctr">
          <a:solidFill>
            <a:schemeClr val="accent2">
              <a:tint val="40000"/>
              <a:alpha val="90000"/>
              <a:hueOff val="-20604185"/>
              <a:satOff val="1061"/>
              <a:lumOff val="5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119023" y="3019468"/>
        <a:ext cx="562707" cy="76988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215CBE-87EF-447C-BBB0-C7542284B94E}">
      <dsp:nvSpPr>
        <dsp:cNvPr id="0" name=""/>
        <dsp:cNvSpPr/>
      </dsp:nvSpPr>
      <dsp:spPr>
        <a:xfrm>
          <a:off x="0" y="0"/>
          <a:ext cx="5432583" cy="2361009"/>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b="1" kern="1200"/>
            <a:t>Backend logic handled by Azure Functions or App Service.</a:t>
          </a:r>
          <a:endParaRPr lang="en-US" sz="2800" kern="1200"/>
        </a:p>
      </dsp:txBody>
      <dsp:txXfrm>
        <a:off x="69152" y="69152"/>
        <a:ext cx="2992295" cy="2222705"/>
      </dsp:txXfrm>
    </dsp:sp>
    <dsp:sp modelId="{F8216093-CF1C-47EE-8C84-6623E17C9738}">
      <dsp:nvSpPr>
        <dsp:cNvPr id="0" name=""/>
        <dsp:cNvSpPr/>
      </dsp:nvSpPr>
      <dsp:spPr>
        <a:xfrm>
          <a:off x="958691" y="2885677"/>
          <a:ext cx="5432583" cy="2361009"/>
        </a:xfrm>
        <a:prstGeom prst="roundRect">
          <a:avLst>
            <a:gd name="adj" fmla="val 10000"/>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b="1" kern="1200"/>
            <a:t>Stateless, auto-scaling, reduces operational costs.</a:t>
          </a:r>
          <a:endParaRPr lang="en-US" sz="2800" kern="1200"/>
        </a:p>
      </dsp:txBody>
      <dsp:txXfrm>
        <a:off x="1027843" y="2954829"/>
        <a:ext cx="2800932" cy="2222705"/>
      </dsp:txXfrm>
    </dsp:sp>
    <dsp:sp modelId="{6286C012-71EF-4DA3-A0A9-AD8A0079FC1A}">
      <dsp:nvSpPr>
        <dsp:cNvPr id="0" name=""/>
        <dsp:cNvSpPr/>
      </dsp:nvSpPr>
      <dsp:spPr>
        <a:xfrm>
          <a:off x="3897927" y="1856015"/>
          <a:ext cx="1534655" cy="1534655"/>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243224" y="1856015"/>
        <a:ext cx="844061" cy="11548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DF6235-C50E-45B1-BEB3-D110F230DA63}">
      <dsp:nvSpPr>
        <dsp:cNvPr id="0" name=""/>
        <dsp:cNvSpPr/>
      </dsp:nvSpPr>
      <dsp:spPr>
        <a:xfrm>
          <a:off x="0" y="0"/>
          <a:ext cx="5432583" cy="2361009"/>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a:t>Azure Blob Storage for media: scalable, secure, lifecycle policies.</a:t>
          </a:r>
          <a:endParaRPr lang="en-US" sz="2700" kern="1200"/>
        </a:p>
      </dsp:txBody>
      <dsp:txXfrm>
        <a:off x="69152" y="69152"/>
        <a:ext cx="2992295" cy="2222705"/>
      </dsp:txXfrm>
    </dsp:sp>
    <dsp:sp modelId="{BEA6F1F5-EA33-4E8D-AC7F-953B4519544C}">
      <dsp:nvSpPr>
        <dsp:cNvPr id="0" name=""/>
        <dsp:cNvSpPr/>
      </dsp:nvSpPr>
      <dsp:spPr>
        <a:xfrm>
          <a:off x="958691" y="2885677"/>
          <a:ext cx="5432583" cy="2361009"/>
        </a:xfrm>
        <a:prstGeom prst="roundRect">
          <a:avLst>
            <a:gd name="adj" fmla="val 10000"/>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a:t>Optional: Azure CDN for faster delivery.</a:t>
          </a:r>
          <a:endParaRPr lang="en-US" sz="2700" kern="1200"/>
        </a:p>
      </dsp:txBody>
      <dsp:txXfrm>
        <a:off x="1027843" y="2954829"/>
        <a:ext cx="2800932" cy="2222705"/>
      </dsp:txXfrm>
    </dsp:sp>
    <dsp:sp modelId="{5754B44A-C2E3-4AF3-8B87-595B99FA31DE}">
      <dsp:nvSpPr>
        <dsp:cNvPr id="0" name=""/>
        <dsp:cNvSpPr/>
      </dsp:nvSpPr>
      <dsp:spPr>
        <a:xfrm>
          <a:off x="3897927" y="1856015"/>
          <a:ext cx="1534655" cy="1534655"/>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243224" y="1856015"/>
        <a:ext cx="844061" cy="115482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E0B9AD-2D30-463F-B2CA-E53D1402CBAD}">
      <dsp:nvSpPr>
        <dsp:cNvPr id="0" name=""/>
        <dsp:cNvSpPr/>
      </dsp:nvSpPr>
      <dsp:spPr>
        <a:xfrm>
          <a:off x="585598" y="365413"/>
          <a:ext cx="1247171" cy="1247171"/>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41F383-FAE8-41E1-911A-4944A5B514EF}">
      <dsp:nvSpPr>
        <dsp:cNvPr id="0" name=""/>
        <dsp:cNvSpPr/>
      </dsp:nvSpPr>
      <dsp:spPr>
        <a:xfrm>
          <a:off x="851389" y="631203"/>
          <a:ext cx="715590" cy="7155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FD29D3C-D2B1-4EE5-B5F8-5B3D130916D9}">
      <dsp:nvSpPr>
        <dsp:cNvPr id="0" name=""/>
        <dsp:cNvSpPr/>
      </dsp:nvSpPr>
      <dsp:spPr>
        <a:xfrm>
          <a:off x="186912" y="2001047"/>
          <a:ext cx="20445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GB" sz="1400" kern="1200"/>
            <a:t>Relational: Azure SQL → Users, MediaFiles, UploadLogs</a:t>
          </a:r>
          <a:endParaRPr lang="en-US" sz="1400" kern="1200"/>
        </a:p>
      </dsp:txBody>
      <dsp:txXfrm>
        <a:off x="186912" y="2001047"/>
        <a:ext cx="2044543" cy="720000"/>
      </dsp:txXfrm>
    </dsp:sp>
    <dsp:sp modelId="{CC498DA8-8CD1-4300-9F7C-3E760305A6C1}">
      <dsp:nvSpPr>
        <dsp:cNvPr id="0" name=""/>
        <dsp:cNvSpPr/>
      </dsp:nvSpPr>
      <dsp:spPr>
        <a:xfrm>
          <a:off x="2987936" y="365413"/>
          <a:ext cx="1247171" cy="1247171"/>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B0CD60-3B31-4092-9403-8BF57E22E7FB}">
      <dsp:nvSpPr>
        <dsp:cNvPr id="0" name=""/>
        <dsp:cNvSpPr/>
      </dsp:nvSpPr>
      <dsp:spPr>
        <a:xfrm>
          <a:off x="3253727" y="631203"/>
          <a:ext cx="715590" cy="7155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6971ADD-685F-4515-B390-201665BDBBCA}">
      <dsp:nvSpPr>
        <dsp:cNvPr id="0" name=""/>
        <dsp:cNvSpPr/>
      </dsp:nvSpPr>
      <dsp:spPr>
        <a:xfrm>
          <a:off x="2589250" y="2001047"/>
          <a:ext cx="20445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GB" sz="1400" kern="1200"/>
            <a:t>NoSQL: Cosmos DB → JSON structure</a:t>
          </a:r>
          <a:endParaRPr lang="en-US" sz="1400" kern="1200"/>
        </a:p>
      </dsp:txBody>
      <dsp:txXfrm>
        <a:off x="2589250" y="2001047"/>
        <a:ext cx="2044543" cy="720000"/>
      </dsp:txXfrm>
    </dsp:sp>
    <dsp:sp modelId="{09BD5103-7AF8-4A26-9A34-08D1E16C46A0}">
      <dsp:nvSpPr>
        <dsp:cNvPr id="0" name=""/>
        <dsp:cNvSpPr/>
      </dsp:nvSpPr>
      <dsp:spPr>
        <a:xfrm>
          <a:off x="5390274" y="365413"/>
          <a:ext cx="1247171" cy="1247171"/>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0D56DC-F335-4B5E-BFDA-AF2384789FDD}">
      <dsp:nvSpPr>
        <dsp:cNvPr id="0" name=""/>
        <dsp:cNvSpPr/>
      </dsp:nvSpPr>
      <dsp:spPr>
        <a:xfrm>
          <a:off x="5656065" y="631203"/>
          <a:ext cx="715590" cy="7155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9CC9800-5190-4C21-98CE-628021E725B6}">
      <dsp:nvSpPr>
        <dsp:cNvPr id="0" name=""/>
        <dsp:cNvSpPr/>
      </dsp:nvSpPr>
      <dsp:spPr>
        <a:xfrm>
          <a:off x="4991589" y="2001047"/>
          <a:ext cx="20445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GB" sz="1400" kern="1200"/>
            <a:t>Metadata stored for users and media</a:t>
          </a:r>
          <a:endParaRPr lang="en-US" sz="1400" kern="1200"/>
        </a:p>
      </dsp:txBody>
      <dsp:txXfrm>
        <a:off x="4991589" y="2001047"/>
        <a:ext cx="2044543" cy="720000"/>
      </dsp:txXfrm>
    </dsp:sp>
    <dsp:sp modelId="{A8B1A451-6570-466D-B5A7-91E01AA2B198}">
      <dsp:nvSpPr>
        <dsp:cNvPr id="0" name=""/>
        <dsp:cNvSpPr/>
      </dsp:nvSpPr>
      <dsp:spPr>
        <a:xfrm>
          <a:off x="7792613" y="365413"/>
          <a:ext cx="1247171" cy="1247171"/>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684E56-7F78-4C6A-883B-585FA8FA058F}">
      <dsp:nvSpPr>
        <dsp:cNvPr id="0" name=""/>
        <dsp:cNvSpPr/>
      </dsp:nvSpPr>
      <dsp:spPr>
        <a:xfrm>
          <a:off x="8058403" y="631203"/>
          <a:ext cx="715590" cy="7155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21D9DE0-33C1-4D6D-A91F-0F437458E167}">
      <dsp:nvSpPr>
        <dsp:cNvPr id="0" name=""/>
        <dsp:cNvSpPr/>
      </dsp:nvSpPr>
      <dsp:spPr>
        <a:xfrm>
          <a:off x="7393927" y="2001047"/>
          <a:ext cx="20445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GB" sz="1400" kern="1200"/>
            <a:t>Table examples included in slide notes</a:t>
          </a:r>
          <a:endParaRPr lang="en-US" sz="1400" kern="1200"/>
        </a:p>
      </dsp:txBody>
      <dsp:txXfrm>
        <a:off x="7393927" y="2001047"/>
        <a:ext cx="2044543"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6DAE42-613F-46E9-A3A1-893F07835CE2}">
      <dsp:nvSpPr>
        <dsp:cNvPr id="0" name=""/>
        <dsp:cNvSpPr/>
      </dsp:nvSpPr>
      <dsp:spPr>
        <a:xfrm>
          <a:off x="0" y="602"/>
          <a:ext cx="9757363" cy="609241"/>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b="1" kern="1200" dirty="0"/>
            <a:t>Auto-scaling backend : Automatically adjusts compute resources based on traffic to ensure consistent performance and cost efficiency</a:t>
          </a:r>
          <a:r>
            <a:rPr lang="en-GB" sz="1800" kern="1200" dirty="0"/>
            <a:t>.</a:t>
          </a:r>
          <a:endParaRPr lang="en-US" sz="1800" kern="1200" dirty="0"/>
        </a:p>
      </dsp:txBody>
      <dsp:txXfrm>
        <a:off x="29741" y="30343"/>
        <a:ext cx="9697881" cy="549759"/>
      </dsp:txXfrm>
    </dsp:sp>
    <dsp:sp modelId="{97D3A47D-0BD6-4C3B-B67A-DC7000A2AD2C}">
      <dsp:nvSpPr>
        <dsp:cNvPr id="0" name=""/>
        <dsp:cNvSpPr/>
      </dsp:nvSpPr>
      <dsp:spPr>
        <a:xfrm>
          <a:off x="0" y="620770"/>
          <a:ext cx="9757363" cy="609241"/>
        </a:xfrm>
        <a:prstGeom prst="roundRect">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b="1" kern="1200" dirty="0"/>
            <a:t>Azure CDN : Delivers multimedia content faster by caching and distributing it across global edge locations.</a:t>
          </a:r>
          <a:endParaRPr lang="en-US" sz="1800" b="1" kern="1200" dirty="0"/>
        </a:p>
      </dsp:txBody>
      <dsp:txXfrm>
        <a:off x="29741" y="650511"/>
        <a:ext cx="9697881" cy="549759"/>
      </dsp:txXfrm>
    </dsp:sp>
    <dsp:sp modelId="{E3EFBB09-B408-49CE-BBB1-EC41D9F78963}">
      <dsp:nvSpPr>
        <dsp:cNvPr id="0" name=""/>
        <dsp:cNvSpPr/>
      </dsp:nvSpPr>
      <dsp:spPr>
        <a:xfrm>
          <a:off x="0" y="1240938"/>
          <a:ext cx="9757363" cy="609241"/>
        </a:xfrm>
        <a:prstGeom prst="roundRect">
          <a:avLst/>
        </a:prstGeom>
        <a:gradFill rotWithShape="0">
          <a:gsLst>
            <a:gs pos="0">
              <a:schemeClr val="accent4">
                <a:hueOff val="0"/>
                <a:satOff val="0"/>
                <a:lumOff val="0"/>
                <a:alphaOff val="0"/>
                <a:tint val="98000"/>
                <a:lumMod val="114000"/>
              </a:schemeClr>
            </a:gs>
            <a:gs pos="100000">
              <a:schemeClr val="accent4">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Blob Storage lifecycle policies : Automatically moves or deletes files based on age to optimise storage costs.</a:t>
          </a:r>
          <a:endParaRPr lang="en-US" sz="2000" b="1" kern="1200" dirty="0"/>
        </a:p>
      </dsp:txBody>
      <dsp:txXfrm>
        <a:off x="29741" y="1270679"/>
        <a:ext cx="9697881" cy="549759"/>
      </dsp:txXfrm>
    </dsp:sp>
    <dsp:sp modelId="{181AFBBB-20D6-4F24-9AF2-4CA23D2FA652}">
      <dsp:nvSpPr>
        <dsp:cNvPr id="0" name=""/>
        <dsp:cNvSpPr/>
      </dsp:nvSpPr>
      <dsp:spPr>
        <a:xfrm>
          <a:off x="0" y="1861106"/>
          <a:ext cx="9757363" cy="609241"/>
        </a:xfrm>
        <a:prstGeom prst="roundRect">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b="1" kern="1200" dirty="0"/>
            <a:t>Serverless compute : Executes backend logic on demand without managing servers, improving scalability and reducing overhead</a:t>
          </a:r>
          <a:endParaRPr lang="en-US" sz="1800" b="1" kern="1200" dirty="0"/>
        </a:p>
      </dsp:txBody>
      <dsp:txXfrm>
        <a:off x="29741" y="1890847"/>
        <a:ext cx="9697881" cy="549759"/>
      </dsp:txXfrm>
    </dsp:sp>
    <dsp:sp modelId="{E038CBEE-6299-4BE2-A716-2ADFEE075CA3}">
      <dsp:nvSpPr>
        <dsp:cNvPr id="0" name=""/>
        <dsp:cNvSpPr/>
      </dsp:nvSpPr>
      <dsp:spPr>
        <a:xfrm>
          <a:off x="0" y="2481274"/>
          <a:ext cx="9757363" cy="609241"/>
        </a:xfrm>
        <a:prstGeom prst="roundRect">
          <a:avLst/>
        </a:prstGeom>
        <a:gradFill rotWithShape="0">
          <a:gsLst>
            <a:gs pos="0">
              <a:schemeClr val="accent6">
                <a:hueOff val="0"/>
                <a:satOff val="0"/>
                <a:lumOff val="0"/>
                <a:alphaOff val="0"/>
                <a:tint val="98000"/>
                <a:lumMod val="114000"/>
              </a:schemeClr>
            </a:gs>
            <a:gs pos="100000">
              <a:schemeClr val="accent6">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Role-based access control (RBAC) : Restricts system access based on user roles to enhance security and governance. </a:t>
          </a:r>
          <a:endParaRPr lang="en-US" sz="2000" b="1" kern="1200" dirty="0"/>
        </a:p>
      </dsp:txBody>
      <dsp:txXfrm>
        <a:off x="29741" y="2511015"/>
        <a:ext cx="9697881" cy="549759"/>
      </dsp:txXfrm>
    </dsp:sp>
    <dsp:sp modelId="{69865948-E892-4492-A051-4B77436BD687}">
      <dsp:nvSpPr>
        <dsp:cNvPr id="0" name=""/>
        <dsp:cNvSpPr/>
      </dsp:nvSpPr>
      <dsp:spPr>
        <a:xfrm>
          <a:off x="0" y="3101441"/>
          <a:ext cx="9757363" cy="609241"/>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b="1" kern="1200" dirty="0"/>
            <a:t>Monitoring &amp; alerts : Continuously tracks system health and sends alerts to quickly detect and resolve issues </a:t>
          </a:r>
          <a:endParaRPr lang="en-US" sz="1600" b="1" kern="1200" dirty="0"/>
        </a:p>
      </dsp:txBody>
      <dsp:txXfrm>
        <a:off x="29741" y="3131182"/>
        <a:ext cx="9697881" cy="54975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7E3172-A803-499B-91A5-13405904DD87}">
      <dsp:nvSpPr>
        <dsp:cNvPr id="0" name=""/>
        <dsp:cNvSpPr/>
      </dsp:nvSpPr>
      <dsp:spPr>
        <a:xfrm>
          <a:off x="69411" y="1822"/>
          <a:ext cx="3427199" cy="2056319"/>
        </a:xfrm>
        <a:prstGeom prst="rect">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t>Frontend: CDN &amp; static hosting → millions of users</a:t>
          </a:r>
        </a:p>
        <a:p>
          <a:pPr marL="0" lvl="0" indent="0" algn="ctr" defTabSz="444500">
            <a:lnSpc>
              <a:spcPct val="90000"/>
            </a:lnSpc>
            <a:spcBef>
              <a:spcPct val="0"/>
            </a:spcBef>
            <a:spcAft>
              <a:spcPct val="35000"/>
            </a:spcAft>
            <a:buNone/>
          </a:pPr>
          <a:endParaRPr lang="en-GB" sz="1000" b="1" kern="1200" dirty="0"/>
        </a:p>
        <a:p>
          <a:pPr marL="0" lvl="0" indent="0" algn="ctr" defTabSz="444500">
            <a:lnSpc>
              <a:spcPct val="90000"/>
            </a:lnSpc>
            <a:spcBef>
              <a:spcPct val="0"/>
            </a:spcBef>
            <a:spcAft>
              <a:spcPct val="35000"/>
            </a:spcAft>
            <a:buNone/>
          </a:pPr>
          <a:r>
            <a:rPr lang="en-GB" sz="1000" b="0" kern="1200" dirty="0"/>
            <a:t>The frontend is hosted as static files (HTML, CSS, JS) and delivered through a CDN (Content Delivery Network).</a:t>
          </a:r>
        </a:p>
        <a:p>
          <a:pPr marL="0" lvl="0" indent="0" algn="ctr" defTabSz="444500">
            <a:lnSpc>
              <a:spcPct val="90000"/>
            </a:lnSpc>
            <a:spcBef>
              <a:spcPct val="0"/>
            </a:spcBef>
            <a:spcAft>
              <a:spcPct val="35000"/>
            </a:spcAft>
            <a:buNone/>
          </a:pPr>
          <a:r>
            <a:rPr lang="en-GB" sz="1000" b="0" kern="1200" dirty="0"/>
            <a:t>CDNs distribute content across global servers.</a:t>
          </a:r>
        </a:p>
        <a:p>
          <a:pPr marL="0" lvl="0" indent="0" algn="ctr" defTabSz="444500">
            <a:lnSpc>
              <a:spcPct val="90000"/>
            </a:lnSpc>
            <a:spcBef>
              <a:spcPct val="0"/>
            </a:spcBef>
            <a:spcAft>
              <a:spcPct val="35000"/>
            </a:spcAft>
            <a:buNone/>
          </a:pPr>
          <a:r>
            <a:rPr lang="en-GB" sz="1000" b="0" kern="1200" dirty="0"/>
            <a:t>Users get content from the nearest location → faster load times.</a:t>
          </a:r>
        </a:p>
        <a:p>
          <a:pPr marL="0" lvl="0" indent="0" algn="ctr" defTabSz="444500">
            <a:lnSpc>
              <a:spcPct val="90000"/>
            </a:lnSpc>
            <a:spcBef>
              <a:spcPct val="0"/>
            </a:spcBef>
            <a:spcAft>
              <a:spcPct val="35000"/>
            </a:spcAft>
            <a:buNone/>
          </a:pPr>
          <a:r>
            <a:rPr lang="en-GB" sz="1000" b="0" kern="1200" dirty="0"/>
            <a:t>Since static files don’t require heavy server processing, they can easily support millions of users simultaneously.</a:t>
          </a:r>
          <a:endParaRPr lang="en-US" sz="1000" b="0" kern="1200" dirty="0"/>
        </a:p>
        <a:p>
          <a:pPr marL="0" lvl="0" indent="0" algn="ctr" defTabSz="444500">
            <a:lnSpc>
              <a:spcPct val="90000"/>
            </a:lnSpc>
            <a:spcBef>
              <a:spcPct val="0"/>
            </a:spcBef>
            <a:spcAft>
              <a:spcPct val="35000"/>
            </a:spcAft>
            <a:buNone/>
          </a:pPr>
          <a:endParaRPr lang="en-US" sz="1000" b="1" kern="1200" dirty="0"/>
        </a:p>
      </dsp:txBody>
      <dsp:txXfrm>
        <a:off x="69411" y="1822"/>
        <a:ext cx="3427199" cy="2056319"/>
      </dsp:txXfrm>
    </dsp:sp>
    <dsp:sp modelId="{C58A0181-53D9-43BB-9FFD-8ACAFAAD1BA7}">
      <dsp:nvSpPr>
        <dsp:cNvPr id="0" name=""/>
        <dsp:cNvSpPr/>
      </dsp:nvSpPr>
      <dsp:spPr>
        <a:xfrm>
          <a:off x="3839331" y="1822"/>
          <a:ext cx="3427199" cy="2056319"/>
        </a:xfrm>
        <a:prstGeom prst="rect">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t>Backend: Functions/App Service → auto-scale horizontally</a:t>
          </a:r>
        </a:p>
        <a:p>
          <a:pPr marL="0" lvl="0" indent="0" algn="ctr" defTabSz="444500">
            <a:lnSpc>
              <a:spcPct val="90000"/>
            </a:lnSpc>
            <a:spcBef>
              <a:spcPct val="0"/>
            </a:spcBef>
            <a:spcAft>
              <a:spcPct val="35000"/>
            </a:spcAft>
            <a:buNone/>
          </a:pPr>
          <a:endParaRPr lang="en-GB" sz="1000" b="1" kern="1200" dirty="0"/>
        </a:p>
        <a:p>
          <a:pPr marL="0" lvl="0" indent="0" algn="ctr" defTabSz="444500">
            <a:lnSpc>
              <a:spcPct val="90000"/>
            </a:lnSpc>
            <a:spcBef>
              <a:spcPct val="0"/>
            </a:spcBef>
            <a:spcAft>
              <a:spcPct val="35000"/>
            </a:spcAft>
            <a:buNone/>
          </a:pPr>
          <a:r>
            <a:rPr lang="en-GB" sz="1000" kern="1200" dirty="0"/>
            <a:t>The backend runs on cloud services like serverless Functions or App Services.</a:t>
          </a:r>
        </a:p>
        <a:p>
          <a:pPr marL="0" lvl="0" indent="0" algn="ctr" defTabSz="444500">
            <a:lnSpc>
              <a:spcPct val="90000"/>
            </a:lnSpc>
            <a:spcBef>
              <a:spcPct val="0"/>
            </a:spcBef>
            <a:spcAft>
              <a:spcPct val="35000"/>
            </a:spcAft>
            <a:buNone/>
          </a:pPr>
          <a:r>
            <a:rPr lang="en-GB" sz="1000" b="1" kern="1200" dirty="0"/>
            <a:t>Horizontal scaling</a:t>
          </a:r>
          <a:r>
            <a:rPr lang="en-GB" sz="1000" kern="1200" dirty="0"/>
            <a:t> means adding more instances of the app when traffic increases.</a:t>
          </a:r>
        </a:p>
        <a:p>
          <a:pPr marL="0" lvl="0" indent="0" algn="ctr" defTabSz="444500">
            <a:lnSpc>
              <a:spcPct val="90000"/>
            </a:lnSpc>
            <a:spcBef>
              <a:spcPct val="0"/>
            </a:spcBef>
            <a:spcAft>
              <a:spcPct val="35000"/>
            </a:spcAft>
            <a:buNone/>
          </a:pPr>
          <a:r>
            <a:rPr lang="en-GB" sz="1000" kern="1200" dirty="0"/>
            <a:t>The system automatically creates or removes instances based on demand.</a:t>
          </a:r>
        </a:p>
        <a:p>
          <a:pPr marL="0" lvl="0" indent="0" algn="ctr" defTabSz="444500">
            <a:lnSpc>
              <a:spcPct val="90000"/>
            </a:lnSpc>
            <a:spcBef>
              <a:spcPct val="0"/>
            </a:spcBef>
            <a:spcAft>
              <a:spcPct val="35000"/>
            </a:spcAft>
            <a:buNone/>
          </a:pPr>
          <a:r>
            <a:rPr lang="en-GB" sz="1000" kern="1200" dirty="0"/>
            <a:t>This ensures performance stays stable even during traffic spikes.</a:t>
          </a:r>
          <a:endParaRPr lang="en-US" sz="1000" kern="1200" dirty="0"/>
        </a:p>
      </dsp:txBody>
      <dsp:txXfrm>
        <a:off x="3839331" y="1822"/>
        <a:ext cx="3427199" cy="2056319"/>
      </dsp:txXfrm>
    </dsp:sp>
    <dsp:sp modelId="{24B7A43F-C5F6-4FA5-83B3-FCA89E71F673}">
      <dsp:nvSpPr>
        <dsp:cNvPr id="0" name=""/>
        <dsp:cNvSpPr/>
      </dsp:nvSpPr>
      <dsp:spPr>
        <a:xfrm>
          <a:off x="7609250" y="1822"/>
          <a:ext cx="3427199" cy="2056319"/>
        </a:xfrm>
        <a:prstGeom prst="rect">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t>Storage: Blob Storage → unlimited</a:t>
          </a:r>
        </a:p>
        <a:p>
          <a:pPr marL="0" lvl="0" indent="0" algn="ctr" defTabSz="444500">
            <a:lnSpc>
              <a:spcPct val="90000"/>
            </a:lnSpc>
            <a:spcBef>
              <a:spcPct val="0"/>
            </a:spcBef>
            <a:spcAft>
              <a:spcPct val="35000"/>
            </a:spcAft>
            <a:buNone/>
          </a:pPr>
          <a:endParaRPr lang="en-GB" sz="1000" b="1" kern="1200" dirty="0"/>
        </a:p>
        <a:p>
          <a:pPr marL="0" lvl="0" indent="0" algn="ctr" defTabSz="444500">
            <a:lnSpc>
              <a:spcPct val="90000"/>
            </a:lnSpc>
            <a:spcBef>
              <a:spcPct val="0"/>
            </a:spcBef>
            <a:spcAft>
              <a:spcPct val="35000"/>
            </a:spcAft>
            <a:buNone/>
          </a:pPr>
          <a:r>
            <a:rPr lang="en-GB" sz="1000" kern="1200" dirty="0"/>
            <a:t>Blob Storage is used for files like images, documents, videos, etc.</a:t>
          </a:r>
        </a:p>
        <a:p>
          <a:pPr marL="0" lvl="0" indent="0" algn="ctr" defTabSz="444500">
            <a:lnSpc>
              <a:spcPct val="90000"/>
            </a:lnSpc>
            <a:spcBef>
              <a:spcPct val="0"/>
            </a:spcBef>
            <a:spcAft>
              <a:spcPct val="35000"/>
            </a:spcAft>
            <a:buNone/>
          </a:pPr>
          <a:r>
            <a:rPr lang="en-GB" sz="1000" kern="1200" dirty="0"/>
            <a:t>Designed to store massive amounts of unstructured data.</a:t>
          </a:r>
        </a:p>
        <a:p>
          <a:pPr marL="0" lvl="0" indent="0" algn="ctr" defTabSz="444500">
            <a:lnSpc>
              <a:spcPct val="90000"/>
            </a:lnSpc>
            <a:spcBef>
              <a:spcPct val="0"/>
            </a:spcBef>
            <a:spcAft>
              <a:spcPct val="35000"/>
            </a:spcAft>
            <a:buNone/>
          </a:pPr>
          <a:r>
            <a:rPr lang="en-GB" sz="1000" kern="1200" dirty="0"/>
            <a:t>It scales automatically as more data is added.</a:t>
          </a:r>
        </a:p>
        <a:p>
          <a:pPr marL="0" lvl="0" indent="0" algn="ctr" defTabSz="444500">
            <a:lnSpc>
              <a:spcPct val="90000"/>
            </a:lnSpc>
            <a:spcBef>
              <a:spcPct val="0"/>
            </a:spcBef>
            <a:spcAft>
              <a:spcPct val="35000"/>
            </a:spcAft>
            <a:buNone/>
          </a:pPr>
          <a:r>
            <a:rPr lang="en-GB" sz="1000" kern="1200" dirty="0"/>
            <a:t>No need to manage servers — storage grows with your application.</a:t>
          </a:r>
          <a:endParaRPr lang="en-US" sz="1000" kern="1200" dirty="0"/>
        </a:p>
      </dsp:txBody>
      <dsp:txXfrm>
        <a:off x="7609250" y="1822"/>
        <a:ext cx="3427199" cy="2056319"/>
      </dsp:txXfrm>
    </dsp:sp>
    <dsp:sp modelId="{8F92FBF8-448F-4C13-B878-C87CC48E6BF5}">
      <dsp:nvSpPr>
        <dsp:cNvPr id="0" name=""/>
        <dsp:cNvSpPr/>
      </dsp:nvSpPr>
      <dsp:spPr>
        <a:xfrm>
          <a:off x="3839331" y="2400861"/>
          <a:ext cx="3427199" cy="2056319"/>
        </a:xfrm>
        <a:prstGeom prst="rect">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t>Database: SQL/Cosmos DB → scalable vertically &amp; horizontally</a:t>
          </a:r>
        </a:p>
        <a:p>
          <a:pPr marL="0" lvl="0" indent="0" algn="ctr" defTabSz="444500">
            <a:lnSpc>
              <a:spcPct val="90000"/>
            </a:lnSpc>
            <a:spcBef>
              <a:spcPct val="0"/>
            </a:spcBef>
            <a:spcAft>
              <a:spcPct val="35000"/>
            </a:spcAft>
            <a:buNone/>
          </a:pPr>
          <a:endParaRPr lang="en-GB" sz="1000" b="1" kern="1200" dirty="0"/>
        </a:p>
        <a:p>
          <a:pPr marL="0" lvl="0" indent="0" algn="ctr" defTabSz="444500">
            <a:lnSpc>
              <a:spcPct val="90000"/>
            </a:lnSpc>
            <a:spcBef>
              <a:spcPct val="0"/>
            </a:spcBef>
            <a:spcAft>
              <a:spcPct val="35000"/>
            </a:spcAft>
            <a:buNone/>
          </a:pPr>
          <a:r>
            <a:rPr lang="en-GB" sz="1000" kern="1200" dirty="0"/>
            <a:t>The database handles structured data.</a:t>
          </a:r>
        </a:p>
        <a:p>
          <a:pPr marL="0" lvl="0" indent="0" algn="ctr" defTabSz="444500">
            <a:lnSpc>
              <a:spcPct val="90000"/>
            </a:lnSpc>
            <a:spcBef>
              <a:spcPct val="0"/>
            </a:spcBef>
            <a:spcAft>
              <a:spcPct val="35000"/>
            </a:spcAft>
            <a:buNone/>
          </a:pPr>
          <a:r>
            <a:rPr lang="en-GB" sz="1000" b="1" kern="1200" dirty="0"/>
            <a:t>Vertical scaling</a:t>
          </a:r>
          <a:r>
            <a:rPr lang="en-GB" sz="1000" kern="1200" dirty="0"/>
            <a:t> = increasing CPU, RAM, or performance of a single database instance.</a:t>
          </a:r>
        </a:p>
        <a:p>
          <a:pPr marL="0" lvl="0" indent="0" algn="ctr" defTabSz="444500">
            <a:lnSpc>
              <a:spcPct val="90000"/>
            </a:lnSpc>
            <a:spcBef>
              <a:spcPct val="0"/>
            </a:spcBef>
            <a:spcAft>
              <a:spcPct val="35000"/>
            </a:spcAft>
            <a:buNone/>
          </a:pPr>
          <a:r>
            <a:rPr lang="en-GB" sz="1000" b="1" kern="1200" dirty="0"/>
            <a:t>Horizontal scaling</a:t>
          </a:r>
          <a:r>
            <a:rPr lang="en-GB" sz="1000" kern="1200" dirty="0"/>
            <a:t> = distributing data across multiple servers (sharding/partitioning).</a:t>
          </a:r>
        </a:p>
        <a:p>
          <a:pPr marL="0" lvl="0" indent="0" algn="ctr" defTabSz="444500">
            <a:lnSpc>
              <a:spcPct val="90000"/>
            </a:lnSpc>
            <a:spcBef>
              <a:spcPct val="0"/>
            </a:spcBef>
            <a:spcAft>
              <a:spcPct val="35000"/>
            </a:spcAft>
            <a:buNone/>
          </a:pPr>
          <a:r>
            <a:rPr lang="en-GB" sz="1000" kern="1200" dirty="0"/>
            <a:t>This ensures the database can handle both larger data volumes and higher user traffic.</a:t>
          </a:r>
          <a:endParaRPr lang="en-US" sz="1000" kern="1200" dirty="0"/>
        </a:p>
      </dsp:txBody>
      <dsp:txXfrm>
        <a:off x="3839331" y="2400861"/>
        <a:ext cx="3427199" cy="205631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2F1AC7-A750-4334-9884-BABA4FAC5947}">
      <dsp:nvSpPr>
        <dsp:cNvPr id="0" name=""/>
        <dsp:cNvSpPr/>
      </dsp:nvSpPr>
      <dsp:spPr>
        <a:xfrm>
          <a:off x="0" y="4761"/>
          <a:ext cx="6391275" cy="15013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627186-EA31-4384-897D-DF317270D456}">
      <dsp:nvSpPr>
        <dsp:cNvPr id="0" name=""/>
        <dsp:cNvSpPr/>
      </dsp:nvSpPr>
      <dsp:spPr>
        <a:xfrm>
          <a:off x="454164" y="342569"/>
          <a:ext cx="826561" cy="8257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9EDDE7F-7C05-4E62-815B-3B9A2955FACD}">
      <dsp:nvSpPr>
        <dsp:cNvPr id="0" name=""/>
        <dsp:cNvSpPr/>
      </dsp:nvSpPr>
      <dsp:spPr>
        <a:xfrm>
          <a:off x="1734890" y="4761"/>
          <a:ext cx="4588412" cy="15028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050" tIns="159050" rIns="159050" bIns="159050" numCol="1" spcCol="1270" anchor="ctr" anchorCtr="0">
          <a:noAutofit/>
        </a:bodyPr>
        <a:lstStyle/>
        <a:p>
          <a:pPr marL="0" lvl="0" indent="0" algn="l" defTabSz="622300">
            <a:lnSpc>
              <a:spcPct val="100000"/>
            </a:lnSpc>
            <a:spcBef>
              <a:spcPct val="0"/>
            </a:spcBef>
            <a:spcAft>
              <a:spcPct val="35000"/>
            </a:spcAft>
            <a:buNone/>
          </a:pPr>
          <a:r>
            <a:rPr lang="en-GB" sz="1400" kern="1200" dirty="0"/>
            <a:t>Limitations</a:t>
          </a:r>
        </a:p>
        <a:p>
          <a:pPr marL="0" lvl="0" indent="0" algn="l" defTabSz="622300">
            <a:lnSpc>
              <a:spcPct val="100000"/>
            </a:lnSpc>
            <a:spcBef>
              <a:spcPct val="0"/>
            </a:spcBef>
            <a:spcAft>
              <a:spcPct val="35000"/>
            </a:spcAft>
            <a:buNone/>
          </a:pPr>
          <a:r>
            <a:rPr lang="en-GB" sz="1400" kern="1200" dirty="0"/>
            <a:t>The system may face higher operational costs, serverless cold-start delays, and network latency, which can affect response time and overall performance during peak usage.</a:t>
          </a:r>
          <a:endParaRPr lang="en-US" sz="1400" kern="1200" dirty="0"/>
        </a:p>
      </dsp:txBody>
      <dsp:txXfrm>
        <a:off x="1734890" y="4761"/>
        <a:ext cx="4588412" cy="1502838"/>
      </dsp:txXfrm>
    </dsp:sp>
    <dsp:sp modelId="{0E5FD017-A110-4F00-9285-FB6358CAEFFD}">
      <dsp:nvSpPr>
        <dsp:cNvPr id="0" name=""/>
        <dsp:cNvSpPr/>
      </dsp:nvSpPr>
      <dsp:spPr>
        <a:xfrm>
          <a:off x="0" y="1871924"/>
          <a:ext cx="6391275" cy="15013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1E000E-0EF9-402D-B3E3-9FF1FE36DD21}">
      <dsp:nvSpPr>
        <dsp:cNvPr id="0" name=""/>
        <dsp:cNvSpPr/>
      </dsp:nvSpPr>
      <dsp:spPr>
        <a:xfrm>
          <a:off x="454164" y="2209732"/>
          <a:ext cx="826561" cy="8257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2EDBEC1-8DD7-44DF-ACEA-46F10EB899CD}">
      <dsp:nvSpPr>
        <dsp:cNvPr id="0" name=""/>
        <dsp:cNvSpPr/>
      </dsp:nvSpPr>
      <dsp:spPr>
        <a:xfrm>
          <a:off x="1734890" y="1871924"/>
          <a:ext cx="4588412" cy="15028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050" tIns="159050" rIns="159050" bIns="159050" numCol="1" spcCol="1270" anchor="ctr" anchorCtr="0">
          <a:noAutofit/>
        </a:bodyPr>
        <a:lstStyle/>
        <a:p>
          <a:pPr marL="0" lvl="0" indent="0" algn="l" defTabSz="622300">
            <a:lnSpc>
              <a:spcPct val="100000"/>
            </a:lnSpc>
            <a:spcBef>
              <a:spcPct val="0"/>
            </a:spcBef>
            <a:spcAft>
              <a:spcPct val="35000"/>
            </a:spcAft>
            <a:buNone/>
          </a:pPr>
          <a:r>
            <a:rPr lang="en-GB" sz="1400" kern="1200" dirty="0"/>
            <a:t>Ethics</a:t>
          </a:r>
        </a:p>
        <a:p>
          <a:pPr marL="0" lvl="0" indent="0" algn="l" defTabSz="622300">
            <a:lnSpc>
              <a:spcPct val="100000"/>
            </a:lnSpc>
            <a:spcBef>
              <a:spcPct val="0"/>
            </a:spcBef>
            <a:spcAft>
              <a:spcPct val="35000"/>
            </a:spcAft>
            <a:buNone/>
          </a:pPr>
          <a:r>
            <a:rPr lang="en-GB" sz="1400" kern="1200" dirty="0"/>
            <a:t>It must protect user privacy, comply with GDPR and data protection laws, and ensure proper copyright and content ownership handling.</a:t>
          </a:r>
        </a:p>
        <a:p>
          <a:pPr marL="0" lvl="0" indent="0" algn="l" defTabSz="622300">
            <a:spcBef>
              <a:spcPct val="0"/>
            </a:spcBef>
            <a:spcAft>
              <a:spcPct val="35000"/>
            </a:spcAft>
            <a:buNone/>
          </a:pPr>
          <a:endParaRPr lang="en-US" sz="1400" kern="1200" dirty="0"/>
        </a:p>
      </dsp:txBody>
      <dsp:txXfrm>
        <a:off x="1734890" y="1871924"/>
        <a:ext cx="4588412" cy="1502838"/>
      </dsp:txXfrm>
    </dsp:sp>
    <dsp:sp modelId="{03E5DE5F-C01F-480E-A2CC-046E2EE478BF}">
      <dsp:nvSpPr>
        <dsp:cNvPr id="0" name=""/>
        <dsp:cNvSpPr/>
      </dsp:nvSpPr>
      <dsp:spPr>
        <a:xfrm>
          <a:off x="0" y="3739087"/>
          <a:ext cx="6391275" cy="15013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357F2B-BB89-4BC0-9220-C72BCC59B5B1}">
      <dsp:nvSpPr>
        <dsp:cNvPr id="0" name=""/>
        <dsp:cNvSpPr/>
      </dsp:nvSpPr>
      <dsp:spPr>
        <a:xfrm>
          <a:off x="454164" y="4076895"/>
          <a:ext cx="826561" cy="8257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7640004-B1F2-4724-8090-2F586EB9A0A4}">
      <dsp:nvSpPr>
        <dsp:cNvPr id="0" name=""/>
        <dsp:cNvSpPr/>
      </dsp:nvSpPr>
      <dsp:spPr>
        <a:xfrm>
          <a:off x="1734890" y="3739087"/>
          <a:ext cx="4588412" cy="15028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050" tIns="159050" rIns="159050" bIns="159050" numCol="1" spcCol="1270" anchor="ctr" anchorCtr="0">
          <a:noAutofit/>
        </a:bodyPr>
        <a:lstStyle/>
        <a:p>
          <a:pPr marL="0" lvl="0" indent="0" algn="l" defTabSz="622300">
            <a:lnSpc>
              <a:spcPct val="100000"/>
            </a:lnSpc>
            <a:spcBef>
              <a:spcPct val="0"/>
            </a:spcBef>
            <a:spcAft>
              <a:spcPct val="35000"/>
            </a:spcAft>
            <a:buNone/>
          </a:pPr>
          <a:r>
            <a:rPr lang="en-GB" sz="1400" kern="1200" dirty="0"/>
            <a:t>Improvements</a:t>
          </a:r>
        </a:p>
        <a:p>
          <a:pPr marL="0" lvl="0" indent="0" algn="l" defTabSz="622300">
            <a:lnSpc>
              <a:spcPct val="100000"/>
            </a:lnSpc>
            <a:spcBef>
              <a:spcPct val="0"/>
            </a:spcBef>
            <a:spcAft>
              <a:spcPct val="35000"/>
            </a:spcAft>
            <a:buNone/>
          </a:pPr>
          <a:r>
            <a:rPr lang="en-GB" sz="1400" kern="1200" dirty="0"/>
            <a:t>Future upgrades can include AI-based content moderation, enhanced encryption for stronger security, and global replication to improve availability and reduce latency worldwide.</a:t>
          </a:r>
        </a:p>
        <a:p>
          <a:pPr marL="0" lvl="0" indent="0" algn="l" defTabSz="622300">
            <a:spcBef>
              <a:spcPct val="0"/>
            </a:spcBef>
            <a:spcAft>
              <a:spcPct val="35000"/>
            </a:spcAft>
            <a:buNone/>
          </a:pPr>
          <a:endParaRPr lang="en-US" sz="1400" kern="1200" dirty="0"/>
        </a:p>
      </dsp:txBody>
      <dsp:txXfrm>
        <a:off x="1734890" y="3739087"/>
        <a:ext cx="4588412" cy="150283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489DA-A2FE-4012-8D4B-3E44BB984965}">
      <dsp:nvSpPr>
        <dsp:cNvPr id="0" name=""/>
        <dsp:cNvSpPr/>
      </dsp:nvSpPr>
      <dsp:spPr>
        <a:xfrm>
          <a:off x="0" y="708948"/>
          <a:ext cx="2707138" cy="1719033"/>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B32B379F-31D4-446E-8117-13E5203E4F3D}">
      <dsp:nvSpPr>
        <dsp:cNvPr id="0" name=""/>
        <dsp:cNvSpPr/>
      </dsp:nvSpPr>
      <dsp:spPr>
        <a:xfrm>
          <a:off x="300793" y="994701"/>
          <a:ext cx="2707138" cy="1719033"/>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kern="1200"/>
            <a:t>Cloud-native solution = scalable, reliable, cost-efficient</a:t>
          </a:r>
          <a:endParaRPr lang="en-US" sz="2100" kern="1200"/>
        </a:p>
      </dsp:txBody>
      <dsp:txXfrm>
        <a:off x="351142" y="1045050"/>
        <a:ext cx="2606440" cy="1618335"/>
      </dsp:txXfrm>
    </dsp:sp>
    <dsp:sp modelId="{5CCA6C66-F5A5-45C9-A943-8C048BBDF0E8}">
      <dsp:nvSpPr>
        <dsp:cNvPr id="0" name=""/>
        <dsp:cNvSpPr/>
      </dsp:nvSpPr>
      <dsp:spPr>
        <a:xfrm>
          <a:off x="3308725" y="708948"/>
          <a:ext cx="2707138" cy="1719033"/>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667AFE19-A1AA-4EFC-83CB-41FEF1A00CF9}">
      <dsp:nvSpPr>
        <dsp:cNvPr id="0" name=""/>
        <dsp:cNvSpPr/>
      </dsp:nvSpPr>
      <dsp:spPr>
        <a:xfrm>
          <a:off x="3609518" y="994701"/>
          <a:ext cx="2707138" cy="1719033"/>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kern="1200"/>
            <a:t>Azure services integrate frontend, backend, storage, and DB</a:t>
          </a:r>
          <a:endParaRPr lang="en-US" sz="2100" kern="1200"/>
        </a:p>
      </dsp:txBody>
      <dsp:txXfrm>
        <a:off x="3659867" y="1045050"/>
        <a:ext cx="2606440" cy="1618335"/>
      </dsp:txXfrm>
    </dsp:sp>
    <dsp:sp modelId="{14578A39-DCBE-4008-9A62-C29B3237D680}">
      <dsp:nvSpPr>
        <dsp:cNvPr id="0" name=""/>
        <dsp:cNvSpPr/>
      </dsp:nvSpPr>
      <dsp:spPr>
        <a:xfrm>
          <a:off x="6617450" y="708948"/>
          <a:ext cx="2707138" cy="1719033"/>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B03D7392-F197-41BF-AB99-97EDF3A1C172}">
      <dsp:nvSpPr>
        <dsp:cNvPr id="0" name=""/>
        <dsp:cNvSpPr/>
      </dsp:nvSpPr>
      <dsp:spPr>
        <a:xfrm>
          <a:off x="6918244" y="994701"/>
          <a:ext cx="2707138" cy="1719033"/>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kern="1200"/>
            <a:t>Commercially viable, extensible for future features</a:t>
          </a:r>
          <a:endParaRPr lang="en-US" sz="2100" kern="1200"/>
        </a:p>
      </dsp:txBody>
      <dsp:txXfrm>
        <a:off x="6968593" y="1045050"/>
        <a:ext cx="2606440" cy="161833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3/2/2026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43681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C9CA7B-DFD4-44B5-8C60-D14B8CD1FB59}" type="datetimeFigureOut">
              <a:rPr lang="en-US" dirty="0"/>
              <a:t>3/2/2026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2683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3/2/2026</a:t>
            </a:fld>
            <a:endParaRPr lang="en-US"/>
          </a:p>
        </p:txBody>
      </p:sp>
      <p:sp>
        <p:nvSpPr>
          <p:cNvPr id="5" name="Footer Placeholder 4"/>
          <p:cNvSpPr>
            <a:spLocks noGrp="1"/>
          </p:cNvSpPr>
          <p:nvPr>
            <p:ph type="ftr" sz="quarter" idx="11"/>
          </p:nvPr>
        </p:nvSpPr>
        <p:spPr/>
        <p:txBody>
          <a:bodyPr/>
          <a:lstStyle/>
          <a:p>
            <a:r>
              <a:rPr lang="en-US"/>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44491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DB8791-F1B0-41E7-B7FD-A781E65C4266}" type="datetimeFigureOut">
              <a:rPr lang="en-US" dirty="0"/>
              <a:t>3/2/2026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25291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DD63B2-E120-4ED8-B27B-C685F510A5FE}" type="datetimeFigureOut">
              <a:rPr lang="en-US" dirty="0"/>
              <a:t>3/2/2026</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22254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AA18ACC-A947-437B-A130-35BD54FDF1E9}" type="datetimeFigureOut">
              <a:rPr lang="en-US" dirty="0"/>
              <a:t>3/2/2026</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33921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3/2/2026</a:t>
            </a:fld>
            <a:endParaRPr lang="en-US"/>
          </a:p>
        </p:txBody>
      </p:sp>
      <p:sp>
        <p:nvSpPr>
          <p:cNvPr id="3" name="Footer Placeholder 2"/>
          <p:cNvSpPr>
            <a:spLocks noGrp="1"/>
          </p:cNvSpPr>
          <p:nvPr>
            <p:ph type="ftr" sz="quarter" idx="11"/>
          </p:nvPr>
        </p:nvSpPr>
        <p:spPr/>
        <p:txBody>
          <a:bodyPr/>
          <a:lstStyle/>
          <a:p>
            <a:r>
              <a:rPr lang="en-US"/>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5030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3/2/2026</a:t>
            </a:fld>
            <a:endParaRPr lang="en-US"/>
          </a:p>
        </p:txBody>
      </p:sp>
      <p:sp>
        <p:nvSpPr>
          <p:cNvPr id="6" name="Footer Placeholder 5"/>
          <p:cNvSpPr>
            <a:spLocks noGrp="1"/>
          </p:cNvSpPr>
          <p:nvPr>
            <p:ph type="ftr" sz="quarter" idx="11"/>
          </p:nvPr>
        </p:nvSpPr>
        <p:spPr/>
        <p:txBody>
          <a:bodyPr/>
          <a:lstStyle/>
          <a:p>
            <a:r>
              <a:rPr lang="en-US"/>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0576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endParaRPr lang="en-US"/>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3/2/2026</a:t>
            </a:fld>
            <a:endParaRPr lang="en-US"/>
          </a:p>
        </p:txBody>
      </p:sp>
      <p:sp>
        <p:nvSpPr>
          <p:cNvPr id="6" name="Footer Placeholder 5"/>
          <p:cNvSpPr>
            <a:spLocks noGrp="1"/>
          </p:cNvSpPr>
          <p:nvPr>
            <p:ph type="ftr" sz="quarter" idx="11"/>
          </p:nvPr>
        </p:nvSpPr>
        <p:spPr/>
        <p:txBody>
          <a:bodyPr/>
          <a:lstStyle/>
          <a:p>
            <a:r>
              <a:rPr lang="en-US"/>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074544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3/2/2026</a:t>
            </a:fld>
            <a:endParaRPr lang="en-US"/>
          </a:p>
        </p:txBody>
      </p:sp>
      <p:sp>
        <p:nvSpPr>
          <p:cNvPr id="6" name="Footer Placeholder 5"/>
          <p:cNvSpPr>
            <a:spLocks noGrp="1"/>
          </p:cNvSpPr>
          <p:nvPr>
            <p:ph type="ftr" sz="quarter" idx="11"/>
          </p:nvPr>
        </p:nvSpPr>
        <p:spPr/>
        <p:txBody>
          <a:bodyPr/>
          <a:lstStyle/>
          <a:p>
            <a:r>
              <a:rPr lang="en-US"/>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801493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3/2/2026</a:t>
            </a:fld>
            <a:endParaRPr lang="en-US"/>
          </a:p>
        </p:txBody>
      </p:sp>
      <p:sp>
        <p:nvSpPr>
          <p:cNvPr id="5" name="Footer Placeholder 4"/>
          <p:cNvSpPr>
            <a:spLocks noGrp="1"/>
          </p:cNvSpPr>
          <p:nvPr>
            <p:ph type="ftr" sz="quarter" idx="11"/>
          </p:nvPr>
        </p:nvSpPr>
        <p:spPr/>
        <p:txBody>
          <a:bodyPr/>
          <a:lstStyle/>
          <a:p>
            <a:r>
              <a:rPr lang="en-US"/>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08483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3/2/2026</a:t>
            </a:fld>
            <a:endParaRPr lang="en-US"/>
          </a:p>
        </p:txBody>
      </p:sp>
      <p:sp>
        <p:nvSpPr>
          <p:cNvPr id="5" name="Footer Placeholder 4"/>
          <p:cNvSpPr>
            <a:spLocks noGrp="1"/>
          </p:cNvSpPr>
          <p:nvPr>
            <p:ph type="ftr" sz="quarter" idx="11"/>
          </p:nvPr>
        </p:nvSpPr>
        <p:spPr/>
        <p:txBody>
          <a:bodyPr/>
          <a:lstStyle/>
          <a:p>
            <a:r>
              <a:rPr lang="en-US"/>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4391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3/2/2026</a:t>
            </a:fld>
            <a:endParaRPr lang="en-US"/>
          </a:p>
        </p:txBody>
      </p:sp>
      <p:sp>
        <p:nvSpPr>
          <p:cNvPr id="5" name="Footer Placeholder 4"/>
          <p:cNvSpPr>
            <a:spLocks noGrp="1"/>
          </p:cNvSpPr>
          <p:nvPr>
            <p:ph type="ftr" sz="quarter" idx="11"/>
          </p:nvPr>
        </p:nvSpPr>
        <p:spPr/>
        <p:txBody>
          <a:bodyPr/>
          <a:lstStyle/>
          <a:p>
            <a:r>
              <a:rPr lang="en-US"/>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506542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3/2/2026</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42440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3/2/2026</a:t>
            </a:fld>
            <a:endParaRPr lang="en-US"/>
          </a:p>
        </p:txBody>
      </p:sp>
      <p:sp>
        <p:nvSpPr>
          <p:cNvPr id="8" name="Footer Placeholder 7"/>
          <p:cNvSpPr>
            <a:spLocks noGrp="1"/>
          </p:cNvSpPr>
          <p:nvPr>
            <p:ph type="ftr" sz="quarter" idx="11"/>
          </p:nvPr>
        </p:nvSpPr>
        <p:spPr>
          <a:xfrm>
            <a:off x="561111" y="6391838"/>
            <a:ext cx="3644282" cy="304801"/>
          </a:xfrm>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049003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3/2/2026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546670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3/2/2026</a:t>
            </a:fld>
            <a:endParaRPr lang="en-US"/>
          </a:p>
        </p:txBody>
      </p:sp>
      <p:sp>
        <p:nvSpPr>
          <p:cNvPr id="5" name="Footer Placeholder 4"/>
          <p:cNvSpPr>
            <a:spLocks noGrp="1"/>
          </p:cNvSpPr>
          <p:nvPr>
            <p:ph type="ftr" sz="quarter" idx="11"/>
          </p:nvPr>
        </p:nvSpPr>
        <p:spPr/>
        <p:txBody>
          <a:bodyPr/>
          <a:lstStyle/>
          <a:p>
            <a:r>
              <a:rPr lang="en-US"/>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02831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3/2/2026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4031866675"/>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en-us/azure/azure-functions/" TargetMode="External"/><Relationship Id="rId2" Type="http://schemas.openxmlformats.org/officeDocument/2006/relationships/hyperlink" Target="https://learn.microsoft.com/en-us/azure/storage/blobs/" TargetMode="External"/><Relationship Id="rId1" Type="http://schemas.openxmlformats.org/officeDocument/2006/relationships/slideLayout" Target="../slideLayouts/slideLayout2.xml"/><Relationship Id="rId6" Type="http://schemas.openxmlformats.org/officeDocument/2006/relationships/hyperlink" Target="https://learn.microsoft.com/en-us/azure/app-service/" TargetMode="External"/><Relationship Id="rId5" Type="http://schemas.openxmlformats.org/officeDocument/2006/relationships/hyperlink" Target="https://learn.microsoft.com/en-us/azure/azure-sql/" TargetMode="External"/><Relationship Id="rId4" Type="http://schemas.openxmlformats.org/officeDocument/2006/relationships/hyperlink" Target="https://learn.microsoft.com/en-us/azure/logic-ap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9" name="Rectangle 8">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6"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GB"/>
            </a:p>
          </p:txBody>
        </p:sp>
      </p:grpSp>
      <p:sp>
        <p:nvSpPr>
          <p:cNvPr id="2" name="Title 1"/>
          <p:cNvSpPr>
            <a:spLocks noGrp="1"/>
          </p:cNvSpPr>
          <p:nvPr>
            <p:ph type="ctrTitle"/>
          </p:nvPr>
        </p:nvSpPr>
        <p:spPr>
          <a:xfrm>
            <a:off x="4678420" y="1370143"/>
            <a:ext cx="6391270" cy="4157446"/>
          </a:xfrm>
        </p:spPr>
        <p:txBody>
          <a:bodyPr anchor="ctr">
            <a:normAutofit/>
          </a:bodyPr>
          <a:lstStyle/>
          <a:p>
            <a:r>
              <a:rPr lang="en-GB" sz="6100">
                <a:solidFill>
                  <a:schemeClr val="tx1"/>
                </a:solidFill>
              </a:rPr>
              <a:t>CloudShare – A Cloud-Native Multimedia Sharing Platform</a:t>
            </a:r>
          </a:p>
        </p:txBody>
      </p:sp>
      <p:sp>
        <p:nvSpPr>
          <p:cNvPr id="3" name="Subtitle 2"/>
          <p:cNvSpPr>
            <a:spLocks noGrp="1"/>
          </p:cNvSpPr>
          <p:nvPr>
            <p:ph type="subTitle" idx="1"/>
          </p:nvPr>
        </p:nvSpPr>
        <p:spPr>
          <a:xfrm>
            <a:off x="1121861" y="1370143"/>
            <a:ext cx="2913091" cy="4157446"/>
          </a:xfrm>
        </p:spPr>
        <p:txBody>
          <a:bodyPr vert="horz" lIns="91440" tIns="45720" rIns="91440" bIns="45720" rtlCol="0" anchor="ctr">
            <a:normAutofit/>
          </a:bodyPr>
          <a:lstStyle/>
          <a:p>
            <a:pPr algn="r"/>
            <a:r>
              <a:rPr lang="en-GB" sz="2000" b="1"/>
              <a:t>A scalable web-based multimedia sharing solution using Microsoft Azure</a:t>
            </a:r>
          </a:p>
          <a:p>
            <a:pPr algn="r"/>
            <a:r>
              <a:rPr lang="en-GB" sz="2000" b="1"/>
              <a:t>Student id: 10289130</a:t>
            </a:r>
          </a:p>
          <a:p>
            <a:pPr algn="r"/>
            <a:r>
              <a:rPr lang="en-GB" sz="2000" b="1"/>
              <a:t>Module: COM682</a:t>
            </a:r>
          </a:p>
        </p:txBody>
      </p:sp>
      <p:cxnSp>
        <p:nvCxnSpPr>
          <p:cNvPr id="37" name="Straight Connector 36">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GB"/>
            </a:p>
          </p:txBody>
        </p:sp>
      </p:grpSp>
      <p:sp>
        <p:nvSpPr>
          <p:cNvPr id="2" name="Title 1">
            <a:extLst>
              <a:ext uri="{FF2B5EF4-FFF2-40B4-BE49-F238E27FC236}">
                <a16:creationId xmlns:a16="http://schemas.microsoft.com/office/drawing/2014/main" id="{AB515948-567F-5B44-881D-6CB50521F696}"/>
              </a:ext>
            </a:extLst>
          </p:cNvPr>
          <p:cNvSpPr>
            <a:spLocks noGrp="1"/>
          </p:cNvSpPr>
          <p:nvPr>
            <p:ph type="title"/>
          </p:nvPr>
        </p:nvSpPr>
        <p:spPr>
          <a:xfrm>
            <a:off x="1154954" y="973668"/>
            <a:ext cx="8761413" cy="706964"/>
          </a:xfrm>
        </p:spPr>
        <p:txBody>
          <a:bodyPr>
            <a:normAutofit/>
          </a:bodyPr>
          <a:lstStyle/>
          <a:p>
            <a:pPr marL="742950" indent="-742950">
              <a:lnSpc>
                <a:spcPct val="90000"/>
              </a:lnSpc>
              <a:buAutoNum type="arabicPeriod"/>
            </a:pPr>
            <a:r>
              <a:rPr lang="en-GB" sz="2800">
                <a:solidFill>
                  <a:srgbClr val="FFFFFF"/>
                </a:solidFill>
              </a:rPr>
              <a:t>Technical Problem &amp; Scalability challenges</a:t>
            </a:r>
            <a:endParaRPr lang="en-US" sz="2800">
              <a:solidFill>
                <a:srgbClr val="FFFFFF"/>
              </a:solidFill>
            </a:endParaRP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5" name="Content Placeholder 2">
            <a:extLst>
              <a:ext uri="{FF2B5EF4-FFF2-40B4-BE49-F238E27FC236}">
                <a16:creationId xmlns:a16="http://schemas.microsoft.com/office/drawing/2014/main" id="{2871D407-DD9E-55C3-A698-0436AF13EC81}"/>
              </a:ext>
            </a:extLst>
          </p:cNvPr>
          <p:cNvGraphicFramePr>
            <a:graphicFrameLocks noGrp="1"/>
          </p:cNvGraphicFramePr>
          <p:nvPr>
            <p:ph idx="1"/>
            <p:extLst>
              <p:ext uri="{D42A27DB-BD31-4B8C-83A1-F6EECF244321}">
                <p14:modId xmlns:p14="http://schemas.microsoft.com/office/powerpoint/2010/main" val="93159278"/>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257442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GB"/>
            </a:p>
          </p:txBody>
        </p:sp>
      </p:grpSp>
      <p:sp>
        <p:nvSpPr>
          <p:cNvPr id="2" name="Title 1">
            <a:extLst>
              <a:ext uri="{FF2B5EF4-FFF2-40B4-BE49-F238E27FC236}">
                <a16:creationId xmlns:a16="http://schemas.microsoft.com/office/drawing/2014/main" id="{BF09045C-C510-03F4-D0A7-808811896375}"/>
              </a:ext>
            </a:extLst>
          </p:cNvPr>
          <p:cNvSpPr>
            <a:spLocks noGrp="1"/>
          </p:cNvSpPr>
          <p:nvPr>
            <p:ph type="title"/>
          </p:nvPr>
        </p:nvSpPr>
        <p:spPr>
          <a:xfrm>
            <a:off x="1154954" y="973668"/>
            <a:ext cx="8761413" cy="706964"/>
          </a:xfrm>
        </p:spPr>
        <p:txBody>
          <a:bodyPr>
            <a:normAutofit/>
          </a:bodyPr>
          <a:lstStyle/>
          <a:p>
            <a:r>
              <a:rPr lang="en-GB">
                <a:solidFill>
                  <a:srgbClr val="FFFFFF"/>
                </a:solidFill>
              </a:rPr>
              <a:t>2. Proposed Solution Overview</a:t>
            </a: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5" name="Content Placeholder 2">
            <a:extLst>
              <a:ext uri="{FF2B5EF4-FFF2-40B4-BE49-F238E27FC236}">
                <a16:creationId xmlns:a16="http://schemas.microsoft.com/office/drawing/2014/main" id="{5A1E93A3-D18C-78C1-214B-216BC5F3FCE7}"/>
              </a:ext>
            </a:extLst>
          </p:cNvPr>
          <p:cNvGraphicFramePr>
            <a:graphicFrameLocks noGrp="1"/>
          </p:cNvGraphicFramePr>
          <p:nvPr>
            <p:ph idx="1"/>
            <p:extLst>
              <p:ext uri="{D42A27DB-BD31-4B8C-83A1-F6EECF244321}">
                <p14:modId xmlns:p14="http://schemas.microsoft.com/office/powerpoint/2010/main" val="945133046"/>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21098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2"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14" name="Freeform: Shape 13">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6"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5D776492-5716-03D5-45A7-4CB041C6A2E2}"/>
              </a:ext>
            </a:extLst>
          </p:cNvPr>
          <p:cNvSpPr>
            <a:spLocks noGrp="1"/>
          </p:cNvSpPr>
          <p:nvPr>
            <p:ph type="title"/>
          </p:nvPr>
        </p:nvSpPr>
        <p:spPr>
          <a:xfrm>
            <a:off x="639098" y="629265"/>
            <a:ext cx="5132438" cy="1622322"/>
          </a:xfrm>
        </p:spPr>
        <p:txBody>
          <a:bodyPr>
            <a:normAutofit/>
          </a:bodyPr>
          <a:lstStyle/>
          <a:p>
            <a:r>
              <a:rPr lang="en-GB">
                <a:solidFill>
                  <a:srgbClr val="EBEBEB"/>
                </a:solidFill>
              </a:rPr>
              <a:t>3. Page wireframes</a:t>
            </a:r>
          </a:p>
        </p:txBody>
      </p:sp>
      <p:pic>
        <p:nvPicPr>
          <p:cNvPr id="4" name="Content Placeholder 3">
            <a:extLst>
              <a:ext uri="{FF2B5EF4-FFF2-40B4-BE49-F238E27FC236}">
                <a16:creationId xmlns:a16="http://schemas.microsoft.com/office/drawing/2014/main" id="{65E096EB-D980-114E-0955-EAEA4A9BDB72}"/>
              </a:ext>
            </a:extLst>
          </p:cNvPr>
          <p:cNvPicPr>
            <a:picLocks noChangeAspect="1"/>
          </p:cNvPicPr>
          <p:nvPr/>
        </p:nvPicPr>
        <p:blipFill>
          <a:blip r:embed="rId2"/>
          <a:srcRect t="11636" r="50424" b="24727"/>
          <a:stretch>
            <a:fillRect/>
          </a:stretch>
        </p:blipFill>
        <p:spPr>
          <a:xfrm>
            <a:off x="6714836" y="1369125"/>
            <a:ext cx="4828707" cy="4137331"/>
          </a:xfrm>
          <a:prstGeom prst="rect">
            <a:avLst/>
          </a:prstGeom>
        </p:spPr>
      </p:pic>
      <p:sp>
        <p:nvSpPr>
          <p:cNvPr id="18" name="Rectangle 17">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5" name="Content Placeholder 2">
            <a:extLst>
              <a:ext uri="{FF2B5EF4-FFF2-40B4-BE49-F238E27FC236}">
                <a16:creationId xmlns:a16="http://schemas.microsoft.com/office/drawing/2014/main" id="{0B946488-00FF-3DA8-8D1B-61CB13994D7C}"/>
              </a:ext>
            </a:extLst>
          </p:cNvPr>
          <p:cNvGraphicFramePr>
            <a:graphicFrameLocks noGrp="1"/>
          </p:cNvGraphicFramePr>
          <p:nvPr>
            <p:ph idx="1"/>
            <p:extLst>
              <p:ext uri="{D42A27DB-BD31-4B8C-83A1-F6EECF244321}">
                <p14:modId xmlns:p14="http://schemas.microsoft.com/office/powerpoint/2010/main" val="76469652"/>
              </p:ext>
            </p:extLst>
          </p:nvPr>
        </p:nvGraphicFramePr>
        <p:xfrm>
          <a:off x="639098" y="2418735"/>
          <a:ext cx="5132439" cy="38117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58650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1">
            <a:extLst>
              <a:ext uri="{FF2B5EF4-FFF2-40B4-BE49-F238E27FC236}">
                <a16:creationId xmlns:a16="http://schemas.microsoft.com/office/drawing/2014/main" id="{69069C70-FF84-E56F-72CE-36524378EDAC}"/>
              </a:ext>
            </a:extLst>
          </p:cNvPr>
          <p:cNvSpPr>
            <a:spLocks noGrp="1"/>
          </p:cNvSpPr>
          <p:nvPr>
            <p:ph type="title"/>
          </p:nvPr>
        </p:nvSpPr>
        <p:spPr>
          <a:xfrm>
            <a:off x="1154955" y="973667"/>
            <a:ext cx="2942210" cy="4833745"/>
          </a:xfrm>
        </p:spPr>
        <p:txBody>
          <a:bodyPr>
            <a:normAutofit/>
          </a:bodyPr>
          <a:lstStyle/>
          <a:p>
            <a:r>
              <a:rPr lang="en-GB">
                <a:solidFill>
                  <a:srgbClr val="EBEBEB"/>
                </a:solidFill>
              </a:rPr>
              <a:t>4. Frontend design</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5" name="Content Placeholder 2">
            <a:extLst>
              <a:ext uri="{FF2B5EF4-FFF2-40B4-BE49-F238E27FC236}">
                <a16:creationId xmlns:a16="http://schemas.microsoft.com/office/drawing/2014/main" id="{D999B1A4-1219-AD8C-44A4-A27E7C576758}"/>
              </a:ext>
            </a:extLst>
          </p:cNvPr>
          <p:cNvGraphicFramePr>
            <a:graphicFrameLocks noGrp="1"/>
          </p:cNvGraphicFramePr>
          <p:nvPr>
            <p:ph idx="1"/>
            <p:extLst>
              <p:ext uri="{D42A27DB-BD31-4B8C-83A1-F6EECF244321}">
                <p14:modId xmlns:p14="http://schemas.microsoft.com/office/powerpoint/2010/main" val="1804947900"/>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11361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46" name="Rectangle 45">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5AC04650-6EA8-39F9-FAAD-864AE88B7AE7}"/>
              </a:ext>
            </a:extLst>
          </p:cNvPr>
          <p:cNvSpPr>
            <a:spLocks noGrp="1"/>
          </p:cNvSpPr>
          <p:nvPr>
            <p:ph type="title"/>
          </p:nvPr>
        </p:nvSpPr>
        <p:spPr>
          <a:xfrm>
            <a:off x="7007145" y="1241266"/>
            <a:ext cx="4535926" cy="3153753"/>
          </a:xfrm>
        </p:spPr>
        <p:txBody>
          <a:bodyPr vert="horz" lIns="91440" tIns="45720" rIns="91440" bIns="45720" rtlCol="0" anchor="b">
            <a:normAutofit/>
          </a:bodyPr>
          <a:lstStyle/>
          <a:p>
            <a:r>
              <a:rPr lang="en-US" sz="5400" b="0" i="0" kern="1200" dirty="0">
                <a:solidFill>
                  <a:srgbClr val="EBEBEB"/>
                </a:solidFill>
                <a:latin typeface="+mj-lt"/>
                <a:ea typeface="+mj-ea"/>
                <a:cs typeface="+mj-cs"/>
              </a:rPr>
              <a:t>5. Cloud Architecture Diagram</a:t>
            </a:r>
          </a:p>
        </p:txBody>
      </p:sp>
      <p:grpSp>
        <p:nvGrpSpPr>
          <p:cNvPr id="47" name="Group 46">
            <a:extLst>
              <a:ext uri="{FF2B5EF4-FFF2-40B4-BE49-F238E27FC236}">
                <a16:creationId xmlns:a16="http://schemas.microsoft.com/office/drawing/2014/main" id="{7E2D86BB-893F-471B-AD66-50E01777C0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3" y="396837"/>
            <a:ext cx="6451503" cy="6058999"/>
            <a:chOff x="423333" y="396837"/>
            <a:chExt cx="6451503" cy="6058999"/>
          </a:xfrm>
        </p:grpSpPr>
        <p:sp>
          <p:nvSpPr>
            <p:cNvPr id="16" name="Rectangle 15">
              <a:extLst>
                <a:ext uri="{FF2B5EF4-FFF2-40B4-BE49-F238E27FC236}">
                  <a16:creationId xmlns:a16="http://schemas.microsoft.com/office/drawing/2014/main" id="{61E3F80D-79C6-468A-83E4-3FEA58556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3" y="402165"/>
              <a:ext cx="522933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8" name="Freeform 5">
              <a:extLst>
                <a:ext uri="{FF2B5EF4-FFF2-40B4-BE49-F238E27FC236}">
                  <a16:creationId xmlns:a16="http://schemas.microsoft.com/office/drawing/2014/main" id="{009504C1-96CE-44B4-8DF0-613CF9D1D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3161515"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a:p>
          </p:txBody>
        </p:sp>
        <p:sp>
          <p:nvSpPr>
            <p:cNvPr id="18" name="Freeform 5">
              <a:extLst>
                <a:ext uri="{FF2B5EF4-FFF2-40B4-BE49-F238E27FC236}">
                  <a16:creationId xmlns:a16="http://schemas.microsoft.com/office/drawing/2014/main" id="{1F299836-4C10-4395-B386-C0FA537C41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5004670"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grpSp>
      <p:pic>
        <p:nvPicPr>
          <p:cNvPr id="4" name="Picture 3" descr="A diagram of a cloud architecture&#10;&#10;AI-generated content may be incorrect.">
            <a:extLst>
              <a:ext uri="{FF2B5EF4-FFF2-40B4-BE49-F238E27FC236}">
                <a16:creationId xmlns:a16="http://schemas.microsoft.com/office/drawing/2014/main" id="{5B3DA1D6-88D1-6E35-EFE7-78CEC66B745A}"/>
              </a:ext>
            </a:extLst>
          </p:cNvPr>
          <p:cNvPicPr>
            <a:picLocks noChangeAspect="1"/>
          </p:cNvPicPr>
          <p:nvPr/>
        </p:nvPicPr>
        <p:blipFill>
          <a:blip r:embed="rId3"/>
          <a:srcRect l="549" t="8163" r="137" b="5102"/>
          <a:stretch>
            <a:fillRect/>
          </a:stretch>
        </p:blipFill>
        <p:spPr>
          <a:xfrm>
            <a:off x="860451" y="140847"/>
            <a:ext cx="4983737" cy="2938616"/>
          </a:xfrm>
          <a:prstGeom prst="rect">
            <a:avLst/>
          </a:prstGeom>
        </p:spPr>
      </p:pic>
      <p:sp>
        <p:nvSpPr>
          <p:cNvPr id="5" name="TextBox 4">
            <a:extLst>
              <a:ext uri="{FF2B5EF4-FFF2-40B4-BE49-F238E27FC236}">
                <a16:creationId xmlns:a16="http://schemas.microsoft.com/office/drawing/2014/main" id="{3AC04572-B499-8F5A-F5B4-3F0F74BC6EC8}"/>
              </a:ext>
            </a:extLst>
          </p:cNvPr>
          <p:cNvSpPr txBox="1"/>
          <p:nvPr/>
        </p:nvSpPr>
        <p:spPr>
          <a:xfrm>
            <a:off x="313828" y="2818142"/>
            <a:ext cx="5987774" cy="3539430"/>
          </a:xfrm>
          <a:prstGeom prst="rect">
            <a:avLst/>
          </a:prstGeom>
          <a:noFill/>
        </p:spPr>
        <p:txBody>
          <a:bodyPr wrap="square">
            <a:spAutoFit/>
          </a:bodyPr>
          <a:lstStyle/>
          <a:p>
            <a:r>
              <a:rPr lang="en-GB" sz="1400" b="1" dirty="0"/>
              <a:t>This cloud architecture illustrates a scalable, cloud-native multimedia sharing platform built on Microsoft Azure. Users interact with the web application through a browser, which communicates with Azure App Service to handle HTTP requests. When a user uploads or retrieves media, the request is processed by Azure Functions and orchestrated using Azure Logic Apps to manage workflow automation. Multimedia files are securely stored in Azure Blob Storage, ensuring scalable and cost-efficient binary data storage, while associated metadata is stored in Azure SQL Database for structured data management. This layered architecture separates the presentation, compute, and storage components, improving scalability, maintainability, and performance. The design leverages serverless and managed Azure services to ensure automatic scaling, high availability, and reduced operational overhead, making the solution efficient and cloud-native by design.</a:t>
            </a:r>
          </a:p>
        </p:txBody>
      </p:sp>
    </p:spTree>
    <p:extLst>
      <p:ext uri="{BB962C8B-B14F-4D97-AF65-F5344CB8AC3E}">
        <p14:creationId xmlns:p14="http://schemas.microsoft.com/office/powerpoint/2010/main" val="78813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1">
            <a:extLst>
              <a:ext uri="{FF2B5EF4-FFF2-40B4-BE49-F238E27FC236}">
                <a16:creationId xmlns:a16="http://schemas.microsoft.com/office/drawing/2014/main" id="{CA9EA18D-74C0-E896-4016-216FB73E14A9}"/>
              </a:ext>
            </a:extLst>
          </p:cNvPr>
          <p:cNvSpPr>
            <a:spLocks noGrp="1"/>
          </p:cNvSpPr>
          <p:nvPr>
            <p:ph type="title"/>
          </p:nvPr>
        </p:nvSpPr>
        <p:spPr>
          <a:xfrm>
            <a:off x="1154955" y="973667"/>
            <a:ext cx="2942210" cy="4833745"/>
          </a:xfrm>
        </p:spPr>
        <p:txBody>
          <a:bodyPr>
            <a:normAutofit/>
          </a:bodyPr>
          <a:lstStyle/>
          <a:p>
            <a:r>
              <a:rPr lang="en-GB">
                <a:solidFill>
                  <a:srgbClr val="EBEBEB"/>
                </a:solidFill>
                <a:ea typeface="+mj-lt"/>
                <a:cs typeface="+mj-lt"/>
              </a:rPr>
              <a:t>6. Compute Layer Design</a:t>
            </a:r>
            <a:endParaRPr lang="en-US">
              <a:solidFill>
                <a:srgbClr val="EBEBEB"/>
              </a:solidFill>
            </a:endParaRP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5" name="Content Placeholder 2">
            <a:extLst>
              <a:ext uri="{FF2B5EF4-FFF2-40B4-BE49-F238E27FC236}">
                <a16:creationId xmlns:a16="http://schemas.microsoft.com/office/drawing/2014/main" id="{A7D9A6B2-279F-8FB4-72C6-D951A669BA51}"/>
              </a:ext>
            </a:extLst>
          </p:cNvPr>
          <p:cNvGraphicFramePr>
            <a:graphicFrameLocks noGrp="1"/>
          </p:cNvGraphicFramePr>
          <p:nvPr>
            <p:ph idx="1"/>
            <p:extLst>
              <p:ext uri="{D42A27DB-BD31-4B8C-83A1-F6EECF244321}">
                <p14:modId xmlns:p14="http://schemas.microsoft.com/office/powerpoint/2010/main" val="2829526632"/>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9847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1">
            <a:extLst>
              <a:ext uri="{FF2B5EF4-FFF2-40B4-BE49-F238E27FC236}">
                <a16:creationId xmlns:a16="http://schemas.microsoft.com/office/drawing/2014/main" id="{AAC2FF5F-8EED-A723-4C4B-0839B8EED68D}"/>
              </a:ext>
            </a:extLst>
          </p:cNvPr>
          <p:cNvSpPr>
            <a:spLocks noGrp="1"/>
          </p:cNvSpPr>
          <p:nvPr>
            <p:ph type="title"/>
          </p:nvPr>
        </p:nvSpPr>
        <p:spPr>
          <a:xfrm>
            <a:off x="1154955" y="973667"/>
            <a:ext cx="2942210" cy="4833745"/>
          </a:xfrm>
        </p:spPr>
        <p:txBody>
          <a:bodyPr>
            <a:normAutofit/>
          </a:bodyPr>
          <a:lstStyle/>
          <a:p>
            <a:r>
              <a:rPr lang="en-GB">
                <a:solidFill>
                  <a:srgbClr val="EBEBEB"/>
                </a:solidFill>
                <a:ea typeface="+mj-lt"/>
                <a:cs typeface="+mj-lt"/>
              </a:rPr>
              <a:t>7. Storage Layer Design</a:t>
            </a:r>
            <a:endParaRPr lang="en-US">
              <a:solidFill>
                <a:srgbClr val="EBEBEB"/>
              </a:solidFill>
            </a:endParaRP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5" name="Content Placeholder 2">
            <a:extLst>
              <a:ext uri="{FF2B5EF4-FFF2-40B4-BE49-F238E27FC236}">
                <a16:creationId xmlns:a16="http://schemas.microsoft.com/office/drawing/2014/main" id="{E49ED6F7-1254-FB6C-6D6E-12D663CD5CA4}"/>
              </a:ext>
            </a:extLst>
          </p:cNvPr>
          <p:cNvGraphicFramePr>
            <a:graphicFrameLocks noGrp="1"/>
          </p:cNvGraphicFramePr>
          <p:nvPr>
            <p:ph idx="1"/>
            <p:extLst>
              <p:ext uri="{D42A27DB-BD31-4B8C-83A1-F6EECF244321}">
                <p14:modId xmlns:p14="http://schemas.microsoft.com/office/powerpoint/2010/main" val="310732452"/>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4202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15521-9B88-0F3E-5D65-8B9BB58CA272}"/>
              </a:ext>
            </a:extLst>
          </p:cNvPr>
          <p:cNvSpPr>
            <a:spLocks noGrp="1"/>
          </p:cNvSpPr>
          <p:nvPr>
            <p:ph type="title"/>
          </p:nvPr>
        </p:nvSpPr>
        <p:spPr>
          <a:xfrm>
            <a:off x="1154954" y="973668"/>
            <a:ext cx="8761413" cy="706964"/>
          </a:xfrm>
        </p:spPr>
        <p:txBody>
          <a:bodyPr>
            <a:normAutofit/>
          </a:bodyPr>
          <a:lstStyle/>
          <a:p>
            <a:r>
              <a:rPr lang="en-GB">
                <a:solidFill>
                  <a:srgbClr val="EBEBEB"/>
                </a:solidFill>
                <a:ea typeface="+mj-lt"/>
                <a:cs typeface="+mj-lt"/>
              </a:rPr>
              <a:t>8. Database</a:t>
            </a:r>
            <a:r>
              <a:rPr lang="en-GB" b="0">
                <a:solidFill>
                  <a:srgbClr val="EBEBEB"/>
                </a:solidFill>
                <a:ea typeface="+mj-lt"/>
                <a:cs typeface="+mj-lt"/>
              </a:rPr>
              <a:t> Design</a:t>
            </a:r>
            <a:endParaRPr lang="en-US">
              <a:solidFill>
                <a:srgbClr val="EBEBEB"/>
              </a:solidFill>
            </a:endParaRPr>
          </a:p>
        </p:txBody>
      </p:sp>
      <p:graphicFrame>
        <p:nvGraphicFramePr>
          <p:cNvPr id="5" name="Content Placeholder 2">
            <a:extLst>
              <a:ext uri="{FF2B5EF4-FFF2-40B4-BE49-F238E27FC236}">
                <a16:creationId xmlns:a16="http://schemas.microsoft.com/office/drawing/2014/main" id="{970A9CB6-350A-8456-BC41-101E2A39CA38}"/>
              </a:ext>
            </a:extLst>
          </p:cNvPr>
          <p:cNvGraphicFramePr>
            <a:graphicFrameLocks noGrp="1"/>
          </p:cNvGraphicFramePr>
          <p:nvPr>
            <p:ph idx="1"/>
            <p:extLst>
              <p:ext uri="{D42A27DB-BD31-4B8C-83A1-F6EECF244321}">
                <p14:modId xmlns:p14="http://schemas.microsoft.com/office/powerpoint/2010/main" val="686995744"/>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6179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BB70F-3A8E-1981-3690-09548FCFFF68}"/>
              </a:ext>
            </a:extLst>
          </p:cNvPr>
          <p:cNvSpPr>
            <a:spLocks noGrp="1"/>
          </p:cNvSpPr>
          <p:nvPr>
            <p:ph type="title"/>
          </p:nvPr>
        </p:nvSpPr>
        <p:spPr>
          <a:xfrm>
            <a:off x="1154954" y="973668"/>
            <a:ext cx="8761413" cy="706964"/>
          </a:xfrm>
        </p:spPr>
        <p:txBody>
          <a:bodyPr vert="horz" lIns="91440" tIns="45720" rIns="91440" bIns="45720" rtlCol="0">
            <a:normAutofit fontScale="90000"/>
          </a:bodyPr>
          <a:lstStyle/>
          <a:p>
            <a:pPr>
              <a:lnSpc>
                <a:spcPct val="90000"/>
              </a:lnSpc>
            </a:pPr>
            <a:r>
              <a:rPr lang="en-US" sz="2300" b="0" i="0" kern="1200">
                <a:latin typeface="+mj-lt"/>
                <a:ea typeface="+mj-ea"/>
                <a:cs typeface="+mj-cs"/>
              </a:rPr>
              <a:t>10. REST API Design, UML- REST API Sequence and ERD Diagram</a:t>
            </a:r>
            <a:endParaRPr lang="en-US" sz="2300" b="0" i="0" kern="1200" dirty="0">
              <a:latin typeface="+mj-lt"/>
              <a:ea typeface="+mj-ea"/>
              <a:cs typeface="+mj-cs"/>
            </a:endParaRPr>
          </a:p>
        </p:txBody>
      </p:sp>
      <p:pic>
        <p:nvPicPr>
          <p:cNvPr id="7" name="Content Placeholder 6" descr="A diagram of a software application&#10;&#10;AI-generated content may be incorrect.">
            <a:extLst>
              <a:ext uri="{FF2B5EF4-FFF2-40B4-BE49-F238E27FC236}">
                <a16:creationId xmlns:a16="http://schemas.microsoft.com/office/drawing/2014/main" id="{3B368E41-91CE-1ACD-C92F-E3F867EBC3EA}"/>
              </a:ext>
            </a:extLst>
          </p:cNvPr>
          <p:cNvPicPr>
            <a:picLocks noChangeAspect="1"/>
          </p:cNvPicPr>
          <p:nvPr/>
        </p:nvPicPr>
        <p:blipFill>
          <a:blip r:embed="rId2" cstate="print">
            <a:extLst>
              <a:ext uri="{28A0092B-C50C-407E-A947-70E740481C1C}">
                <a14:useLocalDpi xmlns:a14="http://schemas.microsoft.com/office/drawing/2010/main" val="0"/>
              </a:ext>
            </a:extLst>
          </a:blip>
          <a:srcRect t="1" r="2" b="4369"/>
          <a:stretch>
            <a:fillRect/>
          </a:stretch>
        </p:blipFill>
        <p:spPr>
          <a:xfrm>
            <a:off x="203150" y="2327407"/>
            <a:ext cx="3681955" cy="3729264"/>
          </a:xfrm>
          <a:prstGeom prst="roundRect">
            <a:avLst>
              <a:gd name="adj" fmla="val 1858"/>
            </a:avLst>
          </a:prstGeom>
          <a:effectLst>
            <a:outerShdw blurRad="50800" dist="50800" dir="5400000" algn="tl" rotWithShape="0">
              <a:srgbClr val="000000">
                <a:alpha val="43000"/>
              </a:srgbClr>
            </a:outerShdw>
          </a:effectLst>
        </p:spPr>
      </p:pic>
      <p:pic>
        <p:nvPicPr>
          <p:cNvPr id="4" name="Content Placeholder 3" descr="A screenshot of a computer&#10;&#10;AI-generated content may be incorrect.">
            <a:extLst>
              <a:ext uri="{FF2B5EF4-FFF2-40B4-BE49-F238E27FC236}">
                <a16:creationId xmlns:a16="http://schemas.microsoft.com/office/drawing/2014/main" id="{A3582FEC-9F2A-7766-5AFC-3F97344782D4}"/>
              </a:ext>
            </a:extLst>
          </p:cNvPr>
          <p:cNvPicPr>
            <a:picLocks noChangeAspect="1"/>
          </p:cNvPicPr>
          <p:nvPr/>
        </p:nvPicPr>
        <p:blipFill>
          <a:blip r:embed="rId3"/>
          <a:srcRect r="3" b="7317"/>
          <a:stretch>
            <a:fillRect/>
          </a:stretch>
        </p:blipFill>
        <p:spPr>
          <a:xfrm>
            <a:off x="4000993" y="2338001"/>
            <a:ext cx="3168086" cy="3729264"/>
          </a:xfrm>
          <a:prstGeom prst="roundRect">
            <a:avLst>
              <a:gd name="adj" fmla="val 1858"/>
            </a:avLst>
          </a:prstGeom>
          <a:effectLst>
            <a:outerShdw blurRad="50800" dist="50800" dir="5400000" algn="tl" rotWithShape="0">
              <a:srgbClr val="000000">
                <a:alpha val="43000"/>
              </a:srgbClr>
            </a:outerShdw>
          </a:effectLst>
        </p:spPr>
      </p:pic>
      <p:pic>
        <p:nvPicPr>
          <p:cNvPr id="6" name="Content Placeholder 3">
            <a:extLst>
              <a:ext uri="{FF2B5EF4-FFF2-40B4-BE49-F238E27FC236}">
                <a16:creationId xmlns:a16="http://schemas.microsoft.com/office/drawing/2014/main" id="{F59753D6-357A-7D6D-5655-27C33396CE28}"/>
              </a:ext>
            </a:extLst>
          </p:cNvPr>
          <p:cNvPicPr>
            <a:picLocks noChangeAspect="1"/>
          </p:cNvPicPr>
          <p:nvPr/>
        </p:nvPicPr>
        <p:blipFill>
          <a:blip r:embed="rId4"/>
          <a:srcRect l="4682" t="1164" r="2136" b="-1162"/>
          <a:stretch>
            <a:fillRect/>
          </a:stretch>
        </p:blipFill>
        <p:spPr>
          <a:xfrm>
            <a:off x="7284967" y="2338001"/>
            <a:ext cx="4589643" cy="3839280"/>
          </a:xfrm>
          <a:prstGeom prst="roundRect">
            <a:avLst>
              <a:gd name="adj" fmla="val 1858"/>
            </a:avLst>
          </a:prstGeom>
          <a:effectLst>
            <a:outerShdw blurRad="50800" dist="50800" dir="5400000" algn="tl" rotWithShape="0">
              <a:srgbClr val="000000">
                <a:alpha val="43000"/>
              </a:srgbClr>
            </a:outerShdw>
          </a:effectLst>
        </p:spPr>
      </p:pic>
      <p:sp>
        <p:nvSpPr>
          <p:cNvPr id="3" name="AutoShape 2" descr="Generated image 1">
            <a:extLst>
              <a:ext uri="{FF2B5EF4-FFF2-40B4-BE49-F238E27FC236}">
                <a16:creationId xmlns:a16="http://schemas.microsoft.com/office/drawing/2014/main" id="{E15DE418-2B46-0636-9267-211782700C20}"/>
              </a:ext>
            </a:extLst>
          </p:cNvPr>
          <p:cNvSpPr>
            <a:spLocks noChangeAspect="1" noChangeArrowheads="1"/>
          </p:cNvSpPr>
          <p:nvPr/>
        </p:nvSpPr>
        <p:spPr bwMode="auto">
          <a:xfrm>
            <a:off x="1068388" y="77258"/>
            <a:ext cx="10171112" cy="678074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Generated image 1">
            <a:extLst>
              <a:ext uri="{FF2B5EF4-FFF2-40B4-BE49-F238E27FC236}">
                <a16:creationId xmlns:a16="http://schemas.microsoft.com/office/drawing/2014/main" id="{D7626B90-E8F2-F09B-8225-A5878C3C4F74}"/>
              </a:ext>
            </a:extLst>
          </p:cNvPr>
          <p:cNvSpPr>
            <a:spLocks noChangeAspect="1" noChangeArrowheads="1"/>
          </p:cNvSpPr>
          <p:nvPr/>
        </p:nvSpPr>
        <p:spPr bwMode="auto">
          <a:xfrm>
            <a:off x="952500" y="0"/>
            <a:ext cx="10287000"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B6BBEC12-9CCB-62C7-759B-8694606C2076}"/>
              </a:ext>
            </a:extLst>
          </p:cNvPr>
          <p:cNvSpPr txBox="1"/>
          <p:nvPr/>
        </p:nvSpPr>
        <p:spPr>
          <a:xfrm>
            <a:off x="8642555" y="2327407"/>
            <a:ext cx="1681316" cy="369332"/>
          </a:xfrm>
          <a:prstGeom prst="rect">
            <a:avLst/>
          </a:prstGeom>
          <a:noFill/>
        </p:spPr>
        <p:txBody>
          <a:bodyPr wrap="square">
            <a:spAutoFit/>
          </a:bodyPr>
          <a:lstStyle/>
          <a:p>
            <a:r>
              <a:rPr lang="en-GB" sz="1800" b="1">
                <a:solidFill>
                  <a:srgbClr val="FF0000"/>
                </a:solidFill>
                <a:ea typeface="+mj-lt"/>
                <a:cs typeface="+mj-lt"/>
              </a:rPr>
              <a:t>ERD Diagram</a:t>
            </a:r>
            <a:endParaRPr lang="en-GB" b="1" dirty="0">
              <a:solidFill>
                <a:srgbClr val="FF0000"/>
              </a:solidFill>
            </a:endParaRPr>
          </a:p>
        </p:txBody>
      </p:sp>
    </p:spTree>
    <p:extLst>
      <p:ext uri="{BB962C8B-B14F-4D97-AF65-F5344CB8AC3E}">
        <p14:creationId xmlns:p14="http://schemas.microsoft.com/office/powerpoint/2010/main" val="4230489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3" name="Rectangle 12">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4"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GB"/>
            </a:p>
          </p:txBody>
        </p:sp>
      </p:grpSp>
      <p:sp>
        <p:nvSpPr>
          <p:cNvPr id="2" name="Title 1">
            <a:extLst>
              <a:ext uri="{FF2B5EF4-FFF2-40B4-BE49-F238E27FC236}">
                <a16:creationId xmlns:a16="http://schemas.microsoft.com/office/drawing/2014/main" id="{75378EA0-A28F-12A5-3401-498700173969}"/>
              </a:ext>
            </a:extLst>
          </p:cNvPr>
          <p:cNvSpPr>
            <a:spLocks noGrp="1"/>
          </p:cNvSpPr>
          <p:nvPr>
            <p:ph type="title"/>
          </p:nvPr>
        </p:nvSpPr>
        <p:spPr>
          <a:xfrm>
            <a:off x="1154954" y="973668"/>
            <a:ext cx="8761413" cy="706964"/>
          </a:xfrm>
        </p:spPr>
        <p:txBody>
          <a:bodyPr>
            <a:normAutofit/>
          </a:bodyPr>
          <a:lstStyle/>
          <a:p>
            <a:r>
              <a:rPr lang="en-GB">
                <a:solidFill>
                  <a:srgbClr val="FFFFFF"/>
                </a:solidFill>
                <a:ea typeface="+mj-lt"/>
                <a:cs typeface="+mj-lt"/>
              </a:rPr>
              <a:t>11. </a:t>
            </a:r>
            <a:r>
              <a:rPr lang="en-GB" b="0">
                <a:solidFill>
                  <a:srgbClr val="FFFFFF"/>
                </a:solidFill>
                <a:ea typeface="+mj-lt"/>
                <a:cs typeface="+mj-lt"/>
              </a:rPr>
              <a:t>Advanced Features</a:t>
            </a:r>
            <a:endParaRPr lang="en-US">
              <a:solidFill>
                <a:srgbClr val="FFFFFF"/>
              </a:solidFill>
            </a:endParaRPr>
          </a:p>
        </p:txBody>
      </p:sp>
      <p:sp>
        <p:nvSpPr>
          <p:cNvPr id="16" name="Rectangle 15">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Footer Placeholder 4">
            <a:extLst>
              <a:ext uri="{FF2B5EF4-FFF2-40B4-BE49-F238E27FC236}">
                <a16:creationId xmlns:a16="http://schemas.microsoft.com/office/drawing/2014/main" id="{C7B6B144-FF61-8367-7881-4C70EED44512}"/>
              </a:ext>
            </a:extLst>
          </p:cNvPr>
          <p:cNvSpPr>
            <a:spLocks noGrp="1"/>
          </p:cNvSpPr>
          <p:nvPr>
            <p:ph type="ftr" sz="quarter" idx="11"/>
          </p:nvPr>
        </p:nvSpPr>
        <p:spPr>
          <a:xfrm>
            <a:off x="561110" y="6391838"/>
            <a:ext cx="3859795" cy="304801"/>
          </a:xfrm>
        </p:spPr>
        <p:txBody>
          <a:bodyPr>
            <a:normAutofit/>
          </a:bodyPr>
          <a:lstStyle/>
          <a:p>
            <a:pPr>
              <a:lnSpc>
                <a:spcPct val="90000"/>
              </a:lnSpc>
              <a:spcAft>
                <a:spcPts val="600"/>
              </a:spcAft>
            </a:pPr>
            <a:r>
              <a:rPr lang="en-US" sz="500"/>
              <a:t>
              </a:t>
            </a:r>
          </a:p>
        </p:txBody>
      </p:sp>
      <p:graphicFrame>
        <p:nvGraphicFramePr>
          <p:cNvPr id="8" name="Content Placeholder 2">
            <a:extLst>
              <a:ext uri="{FF2B5EF4-FFF2-40B4-BE49-F238E27FC236}">
                <a16:creationId xmlns:a16="http://schemas.microsoft.com/office/drawing/2014/main" id="{52A5656E-9AD6-74A9-D2FC-0BB8757B7BBC}"/>
              </a:ext>
            </a:extLst>
          </p:cNvPr>
          <p:cNvGraphicFramePr>
            <a:graphicFrameLocks noGrp="1"/>
          </p:cNvGraphicFramePr>
          <p:nvPr>
            <p:ph idx="1"/>
            <p:extLst>
              <p:ext uri="{D42A27DB-BD31-4B8C-83A1-F6EECF244321}">
                <p14:modId xmlns:p14="http://schemas.microsoft.com/office/powerpoint/2010/main" val="1829253628"/>
              </p:ext>
            </p:extLst>
          </p:nvPr>
        </p:nvGraphicFramePr>
        <p:xfrm>
          <a:off x="1154954" y="1888015"/>
          <a:ext cx="9757363" cy="37112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0704531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89EA2611-DCBA-4E97-A2B2-9A466E76B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dk2"/>
          </a:fillRef>
          <a:effectRef idx="0">
            <a:schemeClr val="accent1"/>
          </a:effectRef>
          <a:fontRef idx="minor">
            <a:schemeClr val="lt1"/>
          </a:fontRef>
        </p:style>
        <p:txBody>
          <a:bodyPr/>
          <a:lstStyle/>
          <a:p>
            <a:endParaRPr lang="en-GB"/>
          </a:p>
        </p:txBody>
      </p:sp>
      <p:sp>
        <p:nvSpPr>
          <p:cNvPr id="91" name="Freeform 5">
            <a:extLst>
              <a:ext uri="{FF2B5EF4-FFF2-40B4-BE49-F238E27FC236}">
                <a16:creationId xmlns:a16="http://schemas.microsoft.com/office/drawing/2014/main" id="{BBC615D1-6E12-40EF-915B-316CFDB55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92" name="Freeform 5">
            <a:extLst>
              <a:ext uri="{FF2B5EF4-FFF2-40B4-BE49-F238E27FC236}">
                <a16:creationId xmlns:a16="http://schemas.microsoft.com/office/drawing/2014/main" id="{B9797D36-DE1E-47CD-881A-6C1F582826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537676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2" name="Title 1">
            <a:extLst>
              <a:ext uri="{FF2B5EF4-FFF2-40B4-BE49-F238E27FC236}">
                <a16:creationId xmlns:a16="http://schemas.microsoft.com/office/drawing/2014/main" id="{785E2C92-0393-48B6-63FC-304EEE71882D}"/>
              </a:ext>
            </a:extLst>
          </p:cNvPr>
          <p:cNvSpPr>
            <a:spLocks noGrp="1"/>
          </p:cNvSpPr>
          <p:nvPr>
            <p:ph type="title"/>
          </p:nvPr>
        </p:nvSpPr>
        <p:spPr>
          <a:xfrm>
            <a:off x="495432" y="464346"/>
            <a:ext cx="5377048" cy="603247"/>
          </a:xfrm>
        </p:spPr>
        <p:txBody>
          <a:bodyPr>
            <a:normAutofit fontScale="90000"/>
          </a:bodyPr>
          <a:lstStyle/>
          <a:p>
            <a:r>
              <a:rPr lang="en-GB" dirty="0">
                <a:solidFill>
                  <a:srgbClr val="FFFFFF"/>
                </a:solidFill>
                <a:ea typeface="+mj-lt"/>
                <a:cs typeface="+mj-lt"/>
              </a:rPr>
              <a:t>12. Scalability</a:t>
            </a:r>
            <a:r>
              <a:rPr lang="en-GB" b="0" dirty="0">
                <a:solidFill>
                  <a:srgbClr val="FFFFFF"/>
                </a:solidFill>
                <a:ea typeface="+mj-lt"/>
                <a:cs typeface="+mj-lt"/>
              </a:rPr>
              <a:t> Assessment</a:t>
            </a:r>
            <a:endParaRPr lang="en-US" dirty="0">
              <a:solidFill>
                <a:srgbClr val="FFFFFF"/>
              </a:solidFill>
            </a:endParaRPr>
          </a:p>
        </p:txBody>
      </p:sp>
      <p:sp>
        <p:nvSpPr>
          <p:cNvPr id="82" name="Rectangle 81">
            <a:extLst>
              <a:ext uri="{FF2B5EF4-FFF2-40B4-BE49-F238E27FC236}">
                <a16:creationId xmlns:a16="http://schemas.microsoft.com/office/drawing/2014/main" id="{4A2FAF1F-F462-46AF-A9E6-CC93C4E2C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4" name="Oval 83">
            <a:extLst>
              <a:ext uri="{FF2B5EF4-FFF2-40B4-BE49-F238E27FC236}">
                <a16:creationId xmlns:a16="http://schemas.microsoft.com/office/drawing/2014/main" id="{7146BED8-BAE9-42C5-A3DD-7B946445D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6" name="Oval 85">
            <a:extLst>
              <a:ext uri="{FF2B5EF4-FFF2-40B4-BE49-F238E27FC236}">
                <a16:creationId xmlns:a16="http://schemas.microsoft.com/office/drawing/2014/main" id="{15765FE8-B62F-41E4-A73C-74C91A8FD9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Footer Placeholder 4">
            <a:extLst>
              <a:ext uri="{FF2B5EF4-FFF2-40B4-BE49-F238E27FC236}">
                <a16:creationId xmlns:a16="http://schemas.microsoft.com/office/drawing/2014/main" id="{26A91DD8-2522-4908-FB0F-1945A56169A6}"/>
              </a:ext>
            </a:extLst>
          </p:cNvPr>
          <p:cNvSpPr>
            <a:spLocks noGrp="1"/>
          </p:cNvSpPr>
          <p:nvPr>
            <p:ph type="ftr" sz="quarter" idx="11"/>
          </p:nvPr>
        </p:nvSpPr>
        <p:spPr>
          <a:xfrm>
            <a:off x="561110" y="6391838"/>
            <a:ext cx="3859795" cy="304801"/>
          </a:xfrm>
        </p:spPr>
        <p:txBody>
          <a:bodyPr>
            <a:normAutofit/>
          </a:bodyPr>
          <a:lstStyle/>
          <a:p>
            <a:pPr>
              <a:lnSpc>
                <a:spcPct val="90000"/>
              </a:lnSpc>
              <a:spcAft>
                <a:spcPts val="600"/>
              </a:spcAft>
            </a:pPr>
            <a:r>
              <a:rPr lang="en-US" sz="500"/>
              <a:t>
              </a:t>
            </a:r>
          </a:p>
        </p:txBody>
      </p:sp>
      <p:graphicFrame>
        <p:nvGraphicFramePr>
          <p:cNvPr id="8" name="Content Placeholder 2">
            <a:extLst>
              <a:ext uri="{FF2B5EF4-FFF2-40B4-BE49-F238E27FC236}">
                <a16:creationId xmlns:a16="http://schemas.microsoft.com/office/drawing/2014/main" id="{AE918208-43AF-741D-7916-03ED259BA829}"/>
              </a:ext>
            </a:extLst>
          </p:cNvPr>
          <p:cNvGraphicFramePr>
            <a:graphicFrameLocks noGrp="1"/>
          </p:cNvGraphicFramePr>
          <p:nvPr>
            <p:ph idx="1"/>
            <p:extLst>
              <p:ext uri="{D42A27DB-BD31-4B8C-83A1-F6EECF244321}">
                <p14:modId xmlns:p14="http://schemas.microsoft.com/office/powerpoint/2010/main" val="1396824080"/>
              </p:ext>
            </p:extLst>
          </p:nvPr>
        </p:nvGraphicFramePr>
        <p:xfrm>
          <a:off x="639098" y="1771471"/>
          <a:ext cx="11105862" cy="44590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553127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3" name="Rectangle 22">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4" name="Oval 23">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Oval 24">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5">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28"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a:p>
          </p:txBody>
        </p:sp>
        <p:sp>
          <p:nvSpPr>
            <p:cNvPr id="29"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1">
            <a:extLst>
              <a:ext uri="{FF2B5EF4-FFF2-40B4-BE49-F238E27FC236}">
                <a16:creationId xmlns:a16="http://schemas.microsoft.com/office/drawing/2014/main" id="{495D4039-7728-CEC1-338E-6D6DD669C6DC}"/>
              </a:ext>
            </a:extLst>
          </p:cNvPr>
          <p:cNvSpPr>
            <a:spLocks noGrp="1"/>
          </p:cNvSpPr>
          <p:nvPr>
            <p:ph type="title"/>
          </p:nvPr>
        </p:nvSpPr>
        <p:spPr>
          <a:xfrm>
            <a:off x="1154955" y="973667"/>
            <a:ext cx="2942210" cy="4833745"/>
          </a:xfrm>
        </p:spPr>
        <p:txBody>
          <a:bodyPr>
            <a:normAutofit/>
          </a:bodyPr>
          <a:lstStyle/>
          <a:p>
            <a:r>
              <a:rPr lang="en-GB" sz="3100">
                <a:solidFill>
                  <a:srgbClr val="EBEBEB"/>
                </a:solidFill>
                <a:ea typeface="+mj-lt"/>
                <a:cs typeface="+mj-lt"/>
              </a:rPr>
              <a:t>13. Limitations</a:t>
            </a:r>
            <a:r>
              <a:rPr lang="en-GB" sz="3100" b="0">
                <a:solidFill>
                  <a:srgbClr val="EBEBEB"/>
                </a:solidFill>
                <a:ea typeface="+mj-lt"/>
                <a:cs typeface="+mj-lt"/>
              </a:rPr>
              <a:t>, Ethics &amp; Improvements</a:t>
            </a:r>
            <a:endParaRPr lang="en-US" sz="3100">
              <a:solidFill>
                <a:srgbClr val="EBEBEB"/>
              </a:solidFill>
            </a:endParaRPr>
          </a:p>
        </p:txBody>
      </p:sp>
      <p:sp>
        <p:nvSpPr>
          <p:cNvPr id="31" name="Rectangle 30">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Footer Placeholder 4">
            <a:extLst>
              <a:ext uri="{FF2B5EF4-FFF2-40B4-BE49-F238E27FC236}">
                <a16:creationId xmlns:a16="http://schemas.microsoft.com/office/drawing/2014/main" id="{EF19F418-2981-FB83-FC01-F424115E5910}"/>
              </a:ext>
            </a:extLst>
          </p:cNvPr>
          <p:cNvSpPr>
            <a:spLocks noGrp="1"/>
          </p:cNvSpPr>
          <p:nvPr>
            <p:ph type="ftr" sz="quarter" idx="11"/>
          </p:nvPr>
        </p:nvSpPr>
        <p:spPr>
          <a:xfrm>
            <a:off x="561110" y="6391838"/>
            <a:ext cx="3859795" cy="304801"/>
          </a:xfrm>
        </p:spPr>
        <p:txBody>
          <a:bodyPr>
            <a:normAutofit/>
          </a:bodyPr>
          <a:lstStyle/>
          <a:p>
            <a:pPr>
              <a:lnSpc>
                <a:spcPct val="90000"/>
              </a:lnSpc>
              <a:spcAft>
                <a:spcPts val="600"/>
              </a:spcAft>
            </a:pPr>
            <a:r>
              <a:rPr lang="en-US" sz="500"/>
              <a:t>
              </a:t>
            </a:r>
          </a:p>
        </p:txBody>
      </p:sp>
      <p:graphicFrame>
        <p:nvGraphicFramePr>
          <p:cNvPr id="8" name="Content Placeholder 2">
            <a:extLst>
              <a:ext uri="{FF2B5EF4-FFF2-40B4-BE49-F238E27FC236}">
                <a16:creationId xmlns:a16="http://schemas.microsoft.com/office/drawing/2014/main" id="{60A8D3B0-C88A-89AF-7C1B-642B30328227}"/>
              </a:ext>
            </a:extLst>
          </p:cNvPr>
          <p:cNvGraphicFramePr>
            <a:graphicFrameLocks noGrp="1"/>
          </p:cNvGraphicFramePr>
          <p:nvPr>
            <p:ph idx="1"/>
            <p:extLst>
              <p:ext uri="{D42A27DB-BD31-4B8C-83A1-F6EECF244321}">
                <p14:modId xmlns:p14="http://schemas.microsoft.com/office/powerpoint/2010/main" val="2957876961"/>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28934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3" name="Rectangle 12">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4"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GB"/>
            </a:p>
          </p:txBody>
        </p:sp>
      </p:grpSp>
      <p:sp>
        <p:nvSpPr>
          <p:cNvPr id="2" name="Title 1">
            <a:extLst>
              <a:ext uri="{FF2B5EF4-FFF2-40B4-BE49-F238E27FC236}">
                <a16:creationId xmlns:a16="http://schemas.microsoft.com/office/drawing/2014/main" id="{FD320D58-FFD6-F4ED-3432-1608AE5F2080}"/>
              </a:ext>
            </a:extLst>
          </p:cNvPr>
          <p:cNvSpPr>
            <a:spLocks noGrp="1"/>
          </p:cNvSpPr>
          <p:nvPr>
            <p:ph type="title"/>
          </p:nvPr>
        </p:nvSpPr>
        <p:spPr>
          <a:xfrm>
            <a:off x="1154954" y="973668"/>
            <a:ext cx="8761413" cy="706964"/>
          </a:xfrm>
        </p:spPr>
        <p:txBody>
          <a:bodyPr>
            <a:normAutofit/>
          </a:bodyPr>
          <a:lstStyle/>
          <a:p>
            <a:r>
              <a:rPr lang="en-GB">
                <a:solidFill>
                  <a:srgbClr val="FFFFFF"/>
                </a:solidFill>
                <a:ea typeface="+mj-lt"/>
                <a:cs typeface="+mj-lt"/>
              </a:rPr>
              <a:t>14. Conclusion</a:t>
            </a:r>
            <a:r>
              <a:rPr lang="en-GB" b="0">
                <a:solidFill>
                  <a:srgbClr val="FFFFFF"/>
                </a:solidFill>
                <a:ea typeface="+mj-lt"/>
                <a:cs typeface="+mj-lt"/>
              </a:rPr>
              <a:t> </a:t>
            </a:r>
            <a:endParaRPr lang="en-US">
              <a:solidFill>
                <a:srgbClr val="FFFFFF"/>
              </a:solidFill>
            </a:endParaRPr>
          </a:p>
        </p:txBody>
      </p:sp>
      <p:sp>
        <p:nvSpPr>
          <p:cNvPr id="16" name="Rectangle 15">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Footer Placeholder 4">
            <a:extLst>
              <a:ext uri="{FF2B5EF4-FFF2-40B4-BE49-F238E27FC236}">
                <a16:creationId xmlns:a16="http://schemas.microsoft.com/office/drawing/2014/main" id="{8E9BBBA5-10D3-9140-7B67-7394160BB998}"/>
              </a:ext>
            </a:extLst>
          </p:cNvPr>
          <p:cNvSpPr>
            <a:spLocks noGrp="1"/>
          </p:cNvSpPr>
          <p:nvPr>
            <p:ph type="ftr" sz="quarter" idx="11"/>
          </p:nvPr>
        </p:nvSpPr>
        <p:spPr>
          <a:xfrm>
            <a:off x="561110" y="6391838"/>
            <a:ext cx="3859795" cy="304801"/>
          </a:xfrm>
        </p:spPr>
        <p:txBody>
          <a:bodyPr>
            <a:normAutofit/>
          </a:bodyPr>
          <a:lstStyle/>
          <a:p>
            <a:pPr>
              <a:lnSpc>
                <a:spcPct val="90000"/>
              </a:lnSpc>
              <a:spcAft>
                <a:spcPts val="600"/>
              </a:spcAft>
            </a:pPr>
            <a:r>
              <a:rPr lang="en-US" sz="500"/>
              <a:t>
              </a:t>
            </a:r>
          </a:p>
        </p:txBody>
      </p:sp>
      <p:graphicFrame>
        <p:nvGraphicFramePr>
          <p:cNvPr id="8" name="Content Placeholder 2">
            <a:extLst>
              <a:ext uri="{FF2B5EF4-FFF2-40B4-BE49-F238E27FC236}">
                <a16:creationId xmlns:a16="http://schemas.microsoft.com/office/drawing/2014/main" id="{EF908D5A-B151-77D2-87B4-18B7EE05A6DE}"/>
              </a:ext>
            </a:extLst>
          </p:cNvPr>
          <p:cNvGraphicFramePr>
            <a:graphicFrameLocks noGrp="1"/>
          </p:cNvGraphicFramePr>
          <p:nvPr>
            <p:ph idx="1"/>
            <p:extLst>
              <p:ext uri="{D42A27DB-BD31-4B8C-83A1-F6EECF244321}">
                <p14:modId xmlns:p14="http://schemas.microsoft.com/office/powerpoint/2010/main" val="1799380438"/>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4672617"/>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5"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7" name="Freeform: Shape 1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GB"/>
          </a:p>
        </p:txBody>
      </p:sp>
      <p:sp>
        <p:nvSpPr>
          <p:cNvPr id="19"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sp>
        <p:nvSpPr>
          <p:cNvPr id="2" name="Title 1">
            <a:extLst>
              <a:ext uri="{FF2B5EF4-FFF2-40B4-BE49-F238E27FC236}">
                <a16:creationId xmlns:a16="http://schemas.microsoft.com/office/drawing/2014/main" id="{93A0B9AB-FCDD-4890-AA55-A1BD8FC69EA3}"/>
              </a:ext>
            </a:extLst>
          </p:cNvPr>
          <p:cNvSpPr>
            <a:spLocks noGrp="1"/>
          </p:cNvSpPr>
          <p:nvPr>
            <p:ph type="title"/>
          </p:nvPr>
        </p:nvSpPr>
        <p:spPr>
          <a:xfrm>
            <a:off x="994087" y="1130603"/>
            <a:ext cx="3342442" cy="4596794"/>
          </a:xfrm>
        </p:spPr>
        <p:txBody>
          <a:bodyPr anchor="ctr">
            <a:normAutofit/>
          </a:bodyPr>
          <a:lstStyle/>
          <a:p>
            <a:r>
              <a:rPr lang="en-GB" sz="3200">
                <a:solidFill>
                  <a:srgbClr val="EBEBEB"/>
                </a:solidFill>
                <a:ea typeface="+mj-lt"/>
                <a:cs typeface="+mj-lt"/>
              </a:rPr>
              <a:t>18. References</a:t>
            </a:r>
            <a:r>
              <a:rPr lang="en-GB" sz="3200" b="0">
                <a:solidFill>
                  <a:srgbClr val="EBEBEB"/>
                </a:solidFill>
                <a:ea typeface="+mj-lt"/>
                <a:cs typeface="+mj-lt"/>
              </a:rPr>
              <a:t>:</a:t>
            </a:r>
            <a:endParaRPr lang="en-US" sz="3200">
              <a:solidFill>
                <a:srgbClr val="EBEBEB"/>
              </a:solidFill>
            </a:endParaRPr>
          </a:p>
        </p:txBody>
      </p:sp>
      <p:sp>
        <p:nvSpPr>
          <p:cNvPr id="5" name="Footer Placeholder 4">
            <a:extLst>
              <a:ext uri="{FF2B5EF4-FFF2-40B4-BE49-F238E27FC236}">
                <a16:creationId xmlns:a16="http://schemas.microsoft.com/office/drawing/2014/main" id="{02C72E22-00C7-CA27-011B-D75C4F43EC45}"/>
              </a:ext>
            </a:extLst>
          </p:cNvPr>
          <p:cNvSpPr>
            <a:spLocks noGrp="1"/>
          </p:cNvSpPr>
          <p:nvPr>
            <p:ph type="ftr" sz="quarter" idx="11"/>
          </p:nvPr>
        </p:nvSpPr>
        <p:spPr>
          <a:xfrm>
            <a:off x="561110" y="6391838"/>
            <a:ext cx="3859795" cy="304801"/>
          </a:xfrm>
        </p:spPr>
        <p:txBody>
          <a:bodyPr>
            <a:normAutofit/>
          </a:bodyPr>
          <a:lstStyle/>
          <a:p>
            <a:pPr>
              <a:lnSpc>
                <a:spcPct val="90000"/>
              </a:lnSpc>
              <a:spcAft>
                <a:spcPts val="600"/>
              </a:spcAft>
            </a:pPr>
            <a:r>
              <a:rPr lang="en-US" sz="500"/>
              <a:t>
              </a:t>
            </a:r>
          </a:p>
        </p:txBody>
      </p:sp>
      <p:sp>
        <p:nvSpPr>
          <p:cNvPr id="18" name="Content Placeholder 2">
            <a:extLst>
              <a:ext uri="{FF2B5EF4-FFF2-40B4-BE49-F238E27FC236}">
                <a16:creationId xmlns:a16="http://schemas.microsoft.com/office/drawing/2014/main" id="{9B6B5278-4F06-51F9-2873-7AAB2BFA79BF}"/>
              </a:ext>
            </a:extLst>
          </p:cNvPr>
          <p:cNvSpPr>
            <a:spLocks noGrp="1"/>
          </p:cNvSpPr>
          <p:nvPr>
            <p:ph idx="1"/>
          </p:nvPr>
        </p:nvSpPr>
        <p:spPr>
          <a:xfrm>
            <a:off x="5290077" y="437513"/>
            <a:ext cx="5502614" cy="5954325"/>
          </a:xfrm>
        </p:spPr>
        <p:txBody>
          <a:bodyPr vert="horz" lIns="91440" tIns="45720" rIns="91440" bIns="45720" rtlCol="0" anchor="ctr">
            <a:noAutofit/>
          </a:bodyPr>
          <a:lstStyle/>
          <a:p>
            <a:pPr>
              <a:lnSpc>
                <a:spcPct val="90000"/>
              </a:lnSpc>
            </a:pPr>
            <a:endParaRPr lang="en-GB" sz="1400" b="1">
              <a:ea typeface="+mn-lt"/>
              <a:cs typeface="+mn-lt"/>
            </a:endParaRPr>
          </a:p>
          <a:p>
            <a:pPr>
              <a:lnSpc>
                <a:spcPct val="90000"/>
              </a:lnSpc>
            </a:pPr>
            <a:r>
              <a:rPr lang="en-GB" sz="1400">
                <a:ea typeface="+mn-lt"/>
                <a:cs typeface="+mn-lt"/>
              </a:rPr>
              <a:t>Microsoft Azure (2024) </a:t>
            </a:r>
            <a:r>
              <a:rPr lang="en-GB" sz="1400" i="1">
                <a:ea typeface="+mn-lt"/>
                <a:cs typeface="+mn-lt"/>
              </a:rPr>
              <a:t>Azure Blob Storage documentation</a:t>
            </a:r>
            <a:r>
              <a:rPr lang="en-GB" sz="1400">
                <a:ea typeface="+mn-lt"/>
                <a:cs typeface="+mn-lt"/>
              </a:rPr>
              <a:t>. Available at: </a:t>
            </a:r>
            <a:r>
              <a:rPr lang="en-GB" sz="1400">
                <a:ea typeface="+mn-lt"/>
                <a:cs typeface="+mn-lt"/>
                <a:hlinkClick r:id="rId2"/>
              </a:rPr>
              <a:t>https://learn.microsoft.com/en-us/azure/storage/blobs/</a:t>
            </a:r>
            <a:r>
              <a:rPr lang="en-GB" sz="1400">
                <a:ea typeface="+mn-lt"/>
                <a:cs typeface="+mn-lt"/>
              </a:rPr>
              <a:t> (Accessed: 6 February 2026).</a:t>
            </a:r>
            <a:endParaRPr lang="en-GB" sz="1400"/>
          </a:p>
          <a:p>
            <a:pPr>
              <a:lnSpc>
                <a:spcPct val="90000"/>
              </a:lnSpc>
            </a:pPr>
            <a:r>
              <a:rPr lang="en-GB" sz="1400">
                <a:ea typeface="+mn-lt"/>
                <a:cs typeface="+mn-lt"/>
              </a:rPr>
              <a:t>Microsoft Azure (2024) </a:t>
            </a:r>
            <a:r>
              <a:rPr lang="en-GB" sz="1400" i="1">
                <a:ea typeface="+mn-lt"/>
                <a:cs typeface="+mn-lt"/>
              </a:rPr>
              <a:t>Azure Functions documentation</a:t>
            </a:r>
            <a:r>
              <a:rPr lang="en-GB" sz="1400">
                <a:ea typeface="+mn-lt"/>
                <a:cs typeface="+mn-lt"/>
              </a:rPr>
              <a:t>. Available at: </a:t>
            </a:r>
            <a:r>
              <a:rPr lang="en-GB" sz="1400">
                <a:ea typeface="+mn-lt"/>
                <a:cs typeface="+mn-lt"/>
                <a:hlinkClick r:id="rId3"/>
              </a:rPr>
              <a:t>https://learn.microsoft.com/en-us/azure/azure-functions/</a:t>
            </a:r>
            <a:r>
              <a:rPr lang="en-GB" sz="1400">
                <a:ea typeface="+mn-lt"/>
                <a:cs typeface="+mn-lt"/>
              </a:rPr>
              <a:t> (Accessed: 6 February 2026).</a:t>
            </a:r>
            <a:endParaRPr lang="en-GB" sz="1400"/>
          </a:p>
          <a:p>
            <a:pPr>
              <a:lnSpc>
                <a:spcPct val="90000"/>
              </a:lnSpc>
            </a:pPr>
            <a:r>
              <a:rPr lang="en-GB" sz="1400">
                <a:ea typeface="+mn-lt"/>
                <a:cs typeface="+mn-lt"/>
              </a:rPr>
              <a:t>Microsoft Azure (2024) </a:t>
            </a:r>
            <a:r>
              <a:rPr lang="en-GB" sz="1400" i="1">
                <a:ea typeface="+mn-lt"/>
                <a:cs typeface="+mn-lt"/>
              </a:rPr>
              <a:t>Azure Logic Apps documentation</a:t>
            </a:r>
            <a:r>
              <a:rPr lang="en-GB" sz="1400">
                <a:ea typeface="+mn-lt"/>
                <a:cs typeface="+mn-lt"/>
              </a:rPr>
              <a:t>. Available at: </a:t>
            </a:r>
            <a:r>
              <a:rPr lang="en-GB" sz="1400">
                <a:ea typeface="+mn-lt"/>
                <a:cs typeface="+mn-lt"/>
                <a:hlinkClick r:id="rId4"/>
              </a:rPr>
              <a:t>https://learn.microsoft.com/en-us/azure/logic-apps/</a:t>
            </a:r>
            <a:r>
              <a:rPr lang="en-GB" sz="1400">
                <a:ea typeface="+mn-lt"/>
                <a:cs typeface="+mn-lt"/>
              </a:rPr>
              <a:t> (Accessed: 6 February 2026).</a:t>
            </a:r>
            <a:endParaRPr lang="en-GB" sz="1400"/>
          </a:p>
          <a:p>
            <a:pPr>
              <a:lnSpc>
                <a:spcPct val="90000"/>
              </a:lnSpc>
            </a:pPr>
            <a:r>
              <a:rPr lang="en-GB" sz="1400">
                <a:ea typeface="+mn-lt"/>
                <a:cs typeface="+mn-lt"/>
              </a:rPr>
              <a:t>Microsoft Azure (2024) </a:t>
            </a:r>
            <a:r>
              <a:rPr lang="en-GB" sz="1400" i="1">
                <a:ea typeface="+mn-lt"/>
                <a:cs typeface="+mn-lt"/>
              </a:rPr>
              <a:t>Azure SQL Database documentation</a:t>
            </a:r>
            <a:r>
              <a:rPr lang="en-GB" sz="1400">
                <a:ea typeface="+mn-lt"/>
                <a:cs typeface="+mn-lt"/>
              </a:rPr>
              <a:t>. Available at: </a:t>
            </a:r>
            <a:r>
              <a:rPr lang="en-GB" sz="1400">
                <a:ea typeface="+mn-lt"/>
                <a:cs typeface="+mn-lt"/>
                <a:hlinkClick r:id="rId5"/>
              </a:rPr>
              <a:t>https://learn.microsoft.com/en-us/azure/azure-sql/</a:t>
            </a:r>
            <a:r>
              <a:rPr lang="en-GB" sz="1400">
                <a:ea typeface="+mn-lt"/>
                <a:cs typeface="+mn-lt"/>
              </a:rPr>
              <a:t> (Accessed: 6 February 2026).</a:t>
            </a:r>
            <a:endParaRPr lang="en-GB" sz="1400"/>
          </a:p>
          <a:p>
            <a:pPr>
              <a:lnSpc>
                <a:spcPct val="90000"/>
              </a:lnSpc>
            </a:pPr>
            <a:r>
              <a:rPr lang="en-GB" sz="1400">
                <a:ea typeface="+mn-lt"/>
                <a:cs typeface="+mn-lt"/>
              </a:rPr>
              <a:t>Microsoft Azure (2024) </a:t>
            </a:r>
            <a:r>
              <a:rPr lang="en-GB" sz="1400" i="1">
                <a:ea typeface="+mn-lt"/>
                <a:cs typeface="+mn-lt"/>
              </a:rPr>
              <a:t>Azure App Service documentation</a:t>
            </a:r>
            <a:r>
              <a:rPr lang="en-GB" sz="1400">
                <a:ea typeface="+mn-lt"/>
                <a:cs typeface="+mn-lt"/>
              </a:rPr>
              <a:t>. Available at: </a:t>
            </a:r>
            <a:r>
              <a:rPr lang="en-GB" sz="1400">
                <a:ea typeface="+mn-lt"/>
                <a:cs typeface="+mn-lt"/>
                <a:hlinkClick r:id="rId6"/>
              </a:rPr>
              <a:t>https://learn.microsoft.com/en-us/azure/app-service/</a:t>
            </a:r>
            <a:r>
              <a:rPr lang="en-GB" sz="1400">
                <a:ea typeface="+mn-lt"/>
                <a:cs typeface="+mn-lt"/>
              </a:rPr>
              <a:t> (Accessed: 6 February 2026).</a:t>
            </a:r>
            <a:endParaRPr lang="en-GB" sz="1400"/>
          </a:p>
          <a:p>
            <a:pPr>
              <a:lnSpc>
                <a:spcPct val="90000"/>
              </a:lnSpc>
            </a:pPr>
            <a:r>
              <a:rPr lang="en-GB" sz="1400">
                <a:ea typeface="+mn-lt"/>
                <a:cs typeface="+mn-lt"/>
              </a:rPr>
              <a:t>University of Ulster (2026) </a:t>
            </a:r>
            <a:r>
              <a:rPr lang="en-GB" sz="1400" i="1">
                <a:ea typeface="+mn-lt"/>
                <a:cs typeface="+mn-lt"/>
              </a:rPr>
              <a:t>COM682: Cloud Native Development – Lecture Notes and Lab Materials (Weeks 1–6)</a:t>
            </a:r>
            <a:r>
              <a:rPr lang="en-GB" sz="1400">
                <a:ea typeface="+mn-lt"/>
                <a:cs typeface="+mn-lt"/>
              </a:rPr>
              <a:t>. University of Ulster.</a:t>
            </a:r>
            <a:endParaRPr lang="en-GB" sz="1400"/>
          </a:p>
          <a:p>
            <a:pPr>
              <a:lnSpc>
                <a:spcPct val="90000"/>
              </a:lnSpc>
            </a:pPr>
            <a:endParaRPr lang="en-GB" sz="1400"/>
          </a:p>
        </p:txBody>
      </p:sp>
    </p:spTree>
    <p:extLst>
      <p:ext uri="{BB962C8B-B14F-4D97-AF65-F5344CB8AC3E}">
        <p14:creationId xmlns:p14="http://schemas.microsoft.com/office/powerpoint/2010/main" val="3886482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office theme</Template>
  <TotalTime>101</TotalTime>
  <Words>1078</Words>
  <Application>Microsoft Office PowerPoint</Application>
  <PresentationFormat>Widescreen</PresentationFormat>
  <Paragraphs>89</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Gothic</vt:lpstr>
      <vt:lpstr>Wingdings 3</vt:lpstr>
      <vt:lpstr>Ion Boardroom</vt:lpstr>
      <vt:lpstr>CloudShare – A Cloud-Native Multimedia Sharing Platform</vt:lpstr>
      <vt:lpstr>Technical Problem &amp; Scalability challenges</vt:lpstr>
      <vt:lpstr>2. Proposed Solution Overview</vt:lpstr>
      <vt:lpstr>3. Page wireframes</vt:lpstr>
      <vt:lpstr>4. Frontend design</vt:lpstr>
      <vt:lpstr>5. Cloud Architecture Diagram</vt:lpstr>
      <vt:lpstr>6. Compute Layer Design</vt:lpstr>
      <vt:lpstr>7. Storage Layer Design</vt:lpstr>
      <vt:lpstr>8. Database Design</vt:lpstr>
      <vt:lpstr>10. REST API Design, UML- REST API Sequence and ERD Diagram</vt:lpstr>
      <vt:lpstr>11. Advanced Features</vt:lpstr>
      <vt:lpstr>12. Scalability Assessment</vt:lpstr>
      <vt:lpstr>13. Limitations, Ethics &amp; Improvements</vt:lpstr>
      <vt:lpstr>14. Conclusion </vt:lpstr>
      <vt:lpstr>18.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asbin</dc:creator>
  <cp:lastModifiedBy>asbinpandey420@outlook.com</cp:lastModifiedBy>
  <cp:revision>8</cp:revision>
  <dcterms:created xsi:type="dcterms:W3CDTF">2026-02-04T21:41:04Z</dcterms:created>
  <dcterms:modified xsi:type="dcterms:W3CDTF">2026-03-02T14:52:11Z</dcterms:modified>
</cp:coreProperties>
</file>